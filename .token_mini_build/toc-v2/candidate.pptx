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5c8eea4cc44c7" /><Relationship Type="http://schemas.openxmlformats.org/officeDocument/2006/relationships/extended-properties" Target="/docProps/app.xml" Id="R12992cf6e8854503" /><Relationship Type="http://schemas.openxmlformats.org/officeDocument/2006/relationships/officeDocument" Target="/ppt/presentation.xml" Id="R4bac30a1141c45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4e5979ea0454b"/>
  </p:sldMasterIdLst>
  <p:notesMasterIdLst>
    <p:notesMasterId xmlns:r="http://schemas.openxmlformats.org/officeDocument/2006/relationships" r:id="Raf80093a8cc24098"/>
  </p:notesMasterIdLst>
  <p:sldIdLst>
    <p:sldId xmlns:r="http://schemas.openxmlformats.org/officeDocument/2006/relationships" id="256" r:id="Rfef881079b8f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793a420d554770" /><Relationship Type="http://schemas.openxmlformats.org/officeDocument/2006/relationships/slideMaster" Target="/ppt/slideMasters/slideMaster1.xml" Id="R4f54e5979ea0454b" /><Relationship Type="http://schemas.openxmlformats.org/officeDocument/2006/relationships/notesMaster" Target="/ppt/notesMasters/notesMaster1.xml" Id="Raf80093a8cc24098" /><Relationship Type="http://schemas.openxmlformats.org/officeDocument/2006/relationships/presProps" Target="/ppt/presProps.xml" Id="Rcf53e3e947684c66" /><Relationship Type="http://schemas.openxmlformats.org/officeDocument/2006/relationships/tableStyles" Target="/ppt/tableStyles.xml" Id="R3dfe6555fc3643f6" /><Relationship Type="http://schemas.openxmlformats.org/officeDocument/2006/relationships/slide" Target="/ppt/slides/slide1.xml" Id="Rfef881079b8f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cc8844f0c4f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6109d36e1424a" /><Relationship Type="http://schemas.openxmlformats.org/officeDocument/2006/relationships/notesMaster" Target="/ppt/notesMasters/notesMaster1.xml" Id="Ra4983d87610945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目录与当前11份子PPT的顺序一致。封面及目录占第1、2页，九个内容主题占第3至18页。模型适配与模型部署分别列示。收益分析限定文本收入。页码按照当前合并顺序计算。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f5e928ede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4b1760dd97429b" /><Relationship Type="http://schemas.openxmlformats.org/officeDocument/2006/relationships/slideLayout" Target="/ppt/slideLayouts/slideLayout1.xml" Id="R14fc23d2c76a46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fc23d2c76a46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ed1f3f608487f" /><Relationship Type="http://schemas.openxmlformats.org/officeDocument/2006/relationships/notesSlide" Target="/ppt/notesSlides/notesSlide1.xml" Id="R28c4c89d6f4d41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767F51-D921-4613-A3E8-7D5C19E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3606D-7F35-417F-A607-681041AE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3A04-78B6-42E6-B59D-5E1DD4AF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从设备与软件适配，到部署、压测、文本收入与结算回款。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C9623-E62E-440B-AC22-3767335A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2532A-C4B6-4C71-B217-357C1E6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90002-568E-48E0-B888-D7461FB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FEF0E-F412-4750-98ED-CDD6481C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431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03–04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D5E6E-B791-4F45-9FE3-9DE2F4C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机柜布局、服务器配置与上架配套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C2455-BD1C-42DB-A2B3-7D1BA9B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FA4BC-42CC-4714-AB21-21464A5B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6D186-7381-4F5A-BD20-7B9F11FD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业务、带外管理、RoCE 与存储连接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8A862-3603-49AE-A6C3-D4F3ADC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479A6-45A9-4D44-86AE-CE199AE4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38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06–07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B3270-AFFC-451F-8D76-D63BB05F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T4 / 910B 软件生态与模型部署支持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055AD-D756-4DAB-9548-B74B3EB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38331-CD57-4A54-BA1A-B79C323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08–09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74EAA-6CEE-40AB-BAAA-4A6F9D72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适配方法论与现有设备候选模型清单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13200-752C-4942-A8CF-4C5E0BA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3CBC4-CC81-4D8C-A430-A459401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244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786F5-FC02-4C25-8A49-A8661D1C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模型下载、环境准备、部署与验收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7AFF0-80B9-4115-923E-A0E7CE55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4317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6A1CE-8DFB-42A9-9900-2337C0A3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431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3362B-E191-4014-A6D6-A4C18809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压测方法、最大并发与关键指标记录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CB1BD-FA93-4745-8A3E-5D38911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DEDEE-A9E9-4B4C-8FF6-DC08D1D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CD11F-8D33-4511-9685-ECD6B70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5282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文本收入公式与 DeepSeek 价格算例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59E94-79BD-42B9-87CA-BF97E9DB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3382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B8F1E-71C5-4DA1-B6F1-4D182AC7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338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7AFDE-5508-40C0-81DF-0D828B9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计量结算、服务承诺与责任边界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9470B-CEBD-4AB5-ABAB-526AFBC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2915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60A1E0-5478-4640-B3FD-0F6F4BC0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291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0BA8BB-B4CE-4DC7-8DDA-6846528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4347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角色协作、凭证交接与闭环验收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E9457-F901-421C-8009-5C28F62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99E84-1983-42AB-95FC-C398067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6AA18-D61C-4005-960C-3865225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2143010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2026-09-16T10:20:31.1170000Z</dcterms:created>
  <dcterms:modified xsi:type="dcterms:W3CDTF">2026-09-16T10:20:31.1170000Z</dcterms:modified>
</coreProperties>
</file>