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a17e2571d4411" /><Relationship Type="http://schemas.openxmlformats.org/officeDocument/2006/relationships/extended-properties" Target="/docProps/app.xml" Id="R9cd7f3d48b094e3d" /><Relationship Type="http://schemas.openxmlformats.org/officeDocument/2006/relationships/officeDocument" Target="/ppt/presentation.xml" Id="Ra322a80dba3f4c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9a5393352452e"/>
  </p:sldMasterIdLst>
  <p:notesMasterIdLst>
    <p:notesMasterId xmlns:r="http://schemas.openxmlformats.org/officeDocument/2006/relationships" r:id="R232f24f83bfe41c7"/>
  </p:notesMasterIdLst>
  <p:sldIdLst>
    <p:sldId xmlns:r="http://schemas.openxmlformats.org/officeDocument/2006/relationships" id="256" r:id="R4936aa497fe34e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b5e2da44e4acb" /><Relationship Type="http://schemas.openxmlformats.org/officeDocument/2006/relationships/slideMaster" Target="/ppt/slideMasters/slideMaster1.xml" Id="R6b09a5393352452e" /><Relationship Type="http://schemas.openxmlformats.org/officeDocument/2006/relationships/notesMaster" Target="/ppt/notesMasters/notesMaster1.xml" Id="R232f24f83bfe41c7" /><Relationship Type="http://schemas.openxmlformats.org/officeDocument/2006/relationships/presProps" Target="/ppt/presProps.xml" Id="R48d57b40cd0646b7" /><Relationship Type="http://schemas.openxmlformats.org/officeDocument/2006/relationships/tableStyles" Target="/ppt/tableStyles.xml" Id="R4b80bcfc63074836" /><Relationship Type="http://schemas.openxmlformats.org/officeDocument/2006/relationships/slide" Target="/ppt/slides/slide1.xml" Id="R4936aa497fe34e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df8968417c4a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4801cea924a32" /><Relationship Type="http://schemas.openxmlformats.org/officeDocument/2006/relationships/notesMaster" Target="/ppt/notesMasters/notesMaster1.xml" Id="R5d2a72cdb004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以交换设备到各代表节点的独立连线展示。通算2…5代表4台分别接入的服务器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、核心及接入交换设备为逻辑职责，复用及采购数量待核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ca45d3df5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36df4ea8a74a68" /><Relationship Type="http://schemas.openxmlformats.org/officeDocument/2006/relationships/slideLayout" Target="/ppt/slideLayouts/slideLayout1.xml" Id="R79f19ac2779b4b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f19ac2779b4b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edcf09d34420c" /><Relationship Type="http://schemas.openxmlformats.org/officeDocument/2006/relationships/notesSlide" Target="/ppt/notesSlides/notesSlide1.xml" Id="R1bc12f4cddd445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ABE6692-0484-49B7-AA06-1B4EF7A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FDAC6-DE9B-4B83-AFF1-98C91A4B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D270D-096C-4687-918C-92DD7DA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F3543-6F66-4C0D-9863-5504C3E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207A2-935F-47FE-A428-A13645AD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1F69C-0284-41DB-A7F7-8EE3FB2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806B-8E81-450E-886B-2F9EFA7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8D077-A7F9-4C0D-988C-3DC17B6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5E210-0936-4E20-B431-49AA749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BECD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核心 / 业务汇聚交换设备</a:t>
            </a:r>
          </a:p>
        </p:txBody>
      </p:sp>
      <p:cxnSp>
        <p:nvCxnSpPr>
          <p:cNvPr id="15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cxnSp>
        <p:nvCxnSpPr>
          <p:cNvPr id="15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19800" y="2581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50B66-7CB3-43DB-941F-9DEC7BFE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821E2-472A-40D3-ACA2-9703538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9EB73-7358-4974-A57C-3134A54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6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61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19800" y="3019425"/>
            <a:ext cx="2124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6C253-9219-4C02-A28F-23FB9F31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48320-91DE-428F-98C3-E3171D51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9965F-6D7F-473D-9A2C-CFAE8E3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6105C-26B4-4EDA-B3D7-B90E8266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5F688-4598-49DD-B116-5FC8BB0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246B8-C060-4153-9B2C-E7C41BFE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25843-7AB3-4DF3-A716-4851D7B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FC8A5-0033-40E8-89D7-3D7D98C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518B3-8E82-426A-83F9-2B2F5307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F0285B-8097-4806-837D-B89B4DBB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57078-22ED-4E63-9056-25AA4B4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C7D47-68DD-4E5A-A7AE-49C6A247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FC111-947F-449F-AB87-C6979D1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4F39C-BFB6-4C3F-936B-5805257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58567-0F5F-42D2-A0D6-229D497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1E402E-B4C5-4472-B0B4-FBED5C0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8455D9-A6F9-49EB-850A-910B6AD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9" name=""/>
          <p:cNvCxnSpPr>
            <a:stCxn xmlns:a="http://schemas.openxmlformats.org/drawingml/2006/main" id="1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0" name=""/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A65875-C46B-4429-9D7A-EB4AE22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C702F2-F551-42A1-BED2-2EE54DE7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69B8F9-ED7D-4883-969D-46B104C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4" name=""/>
          <p:cNvCxnSpPr>
            <a:stCxn xmlns:a="http://schemas.openxmlformats.org/drawingml/2006/main" id="1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5" name=""/>
          <p:cNvCxnSpPr>
            <a:stCxn xmlns:a="http://schemas.openxmlformats.org/drawingml/2006/main" id="1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F125C1-92DF-45A4-9AFE-509C8ED9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9DAE9D-2805-4FAD-AEF1-14DD2DB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7DE039-9110-4053-9ED8-CA8A9A9A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9" name=""/>
          <p:cNvCxnSpPr>
            <a:stCxn xmlns:a="http://schemas.openxmlformats.org/drawingml/2006/main" id="13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90" name=""/>
          <p:cNvCxnSpPr>
            <a:stCxn xmlns:a="http://schemas.openxmlformats.org/drawingml/2006/main" id="14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0D9B7F-03A3-453B-9B34-639E79B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D19AC2-FD3C-4351-9A55-57EFF4D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B74ECF-6EF3-440B-A7FF-C99B1FF2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4" name=""/>
          <p:cNvCxnSpPr>
            <a:stCxn xmlns:a="http://schemas.openxmlformats.org/drawingml/2006/main" id="1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95" name=""/>
          <p:cNvCxnSpPr>
            <a:stCxn xmlns:a="http://schemas.openxmlformats.org/drawingml/2006/main" id="14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3D0BDD-D0B5-4FA4-8E5C-2B94B9E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1F13A1-9A94-4700-BFC2-6829CC9B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E8474C-053C-4528-9755-6B0BC56D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A56C99-96EE-4E09-9164-96A6A61B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308991-14A5-439C-8C66-BFF4FFF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B578BB-AF88-428D-B7DD-745E3C5C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1ECC85-65BF-49E0-9008-B60E630E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6039A1-2C36-4F85-B813-16DA4F1E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0FEF39-BDA9-4AA9-A913-903AE03A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842C5E-E6D7-43BF-AA7A-A4F202F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622704-FD01-40CD-8C3A-6D15492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7" name=""/>
          <p:cNvCxnSpPr>
            <a:stCxn xmlns:a="http://schemas.openxmlformats.org/drawingml/2006/main" id="13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14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37A44A-D630-4640-A155-E14DC394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BBCC0F-2E92-4B2F-8E21-5EC5AACA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31CB0B-D461-4E1A-BF9F-3A93366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2" name=""/>
          <p:cNvCxnSpPr>
            <a:stCxn xmlns:a="http://schemas.openxmlformats.org/drawingml/2006/main" id="13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3" name=""/>
          <p:cNvCxnSpPr>
            <a:stCxn xmlns:a="http://schemas.openxmlformats.org/drawingml/2006/main" id="14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005F35-08B7-499C-A190-069609E0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8A5961-5815-4F6E-A041-83E4CD01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E42B09-5979-4DFE-A5C4-FEB79335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7" name=""/>
          <p:cNvCxnSpPr>
            <a:stCxn xmlns:a="http://schemas.openxmlformats.org/drawingml/2006/main" id="13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8" name=""/>
          <p:cNvCxnSpPr>
            <a:stCxn xmlns:a="http://schemas.openxmlformats.org/drawingml/2006/main" id="14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7B9978-1062-490D-97CD-E7206A68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D21B9CD-A730-4918-8475-E68BC49E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E8867D-91F9-469A-8447-4F064CF1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22" name=""/>
          <p:cNvCxnSpPr>
            <a:stCxn xmlns:a="http://schemas.openxmlformats.org/drawingml/2006/main" id="13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23" name=""/>
          <p:cNvCxnSpPr>
            <a:stCxn xmlns:a="http://schemas.openxmlformats.org/drawingml/2006/main" id="14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243ACD-5D75-490C-B93C-BC580DD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9BA16A-C988-4E9E-8B32-6D831CD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8C1AE1-638B-414E-AF32-AD75C71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D0393D0-D1C3-412F-8A3F-F4ECD684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C486500-7301-4AA9-BF63-152E80F3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51B7D0-2184-4604-A09B-36D1FD21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C67A164-BE9B-4233-AA82-A967379C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25BA2E-1B0A-49D9-BEE3-DC1948A0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6536757-636E-4F96-9A74-4080585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8920AAB-6712-4420-B7AA-C2A31E9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E30CDA5-BBAD-4F7C-94E9-122F96EC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5" name=""/>
          <p:cNvCxnSpPr>
            <a:stCxn xmlns:a="http://schemas.openxmlformats.org/drawingml/2006/main" id="13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36" name=""/>
          <p:cNvCxnSpPr>
            <a:stCxn xmlns:a="http://schemas.openxmlformats.org/drawingml/2006/main" id="14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BC1041-2682-40B1-BE21-5782C562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8224B70-F679-4C85-8D0C-AE031DB5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640B1A-5BF3-45F2-B3B6-FF3BB71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0" name=""/>
          <p:cNvCxnSpPr>
            <a:stCxn xmlns:a="http://schemas.openxmlformats.org/drawingml/2006/main" id="13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41" name=""/>
          <p:cNvCxnSpPr>
            <a:stCxn xmlns:a="http://schemas.openxmlformats.org/drawingml/2006/main" id="14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C5D23E-0584-4042-88EE-E38CC12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1DBD8B-55BC-47B7-AAC7-2B289AC1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BF00D9-AC27-4D2E-9D82-CBCA673A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5" name=""/>
          <p:cNvCxnSpPr>
            <a:stCxn xmlns:a="http://schemas.openxmlformats.org/drawingml/2006/main" id="13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46" name=""/>
          <p:cNvCxnSpPr>
            <a:stCxn xmlns:a="http://schemas.openxmlformats.org/drawingml/2006/main" id="14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5AD62B-D61B-4C09-991B-0A6B828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2AEBF6-BC8C-4B17-899E-AAB56F0A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00BD55-1191-4A32-9F8C-E3931C8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50" name=""/>
          <p:cNvCxnSpPr>
            <a:stCxn xmlns:a="http://schemas.openxmlformats.org/drawingml/2006/main" id="52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DEE85E-72D2-4C06-BBB1-7BC1AEB8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52" name=""/>
          <p:cNvCxnSpPr>
            <a:stCxn xmlns:a="http://schemas.openxmlformats.org/drawingml/2006/main" id="53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FC3B191-ACEC-48AE-A31D-B48C63E7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54" name=""/>
          <p:cNvCxnSpPr>
            <a:stCxn xmlns:a="http://schemas.openxmlformats.org/drawingml/2006/main" id="54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A5225F4-BBD6-44A6-8296-95C146D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6" name=""/>
          <p:cNvCxnSpPr>
            <a:stCxn xmlns:a="http://schemas.openxmlformats.org/drawingml/2006/main" id="55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2659876-F2EF-43F3-B4F4-91193437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58" name=""/>
          <p:cNvCxnSpPr>
            <a:stCxn xmlns:a="http://schemas.openxmlformats.org/drawingml/2006/main" id="56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11E38B-92FE-451D-A754-E787AE22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60" name=""/>
          <p:cNvCxnSpPr>
            <a:stCxn xmlns:a="http://schemas.openxmlformats.org/drawingml/2006/main" id="57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B61DB8-C66B-4721-8DF5-D1DA8AF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62" name=""/>
          <p:cNvCxnSpPr>
            <a:stCxn xmlns:a="http://schemas.openxmlformats.org/drawingml/2006/main" id="58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F44981-685F-4DD8-BA71-BD9D3067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64" name=""/>
          <p:cNvCxnSpPr>
            <a:stCxn xmlns:a="http://schemas.openxmlformats.org/drawingml/2006/main" id="59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E1B00A2-D4D3-40C9-A70B-2701818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6" name=""/>
          <p:cNvCxnSpPr>
            <a:stCxn xmlns:a="http://schemas.openxmlformats.org/drawingml/2006/main" id="80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48E5092-EAAF-4C18-88A3-22F0AC86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68" name=""/>
          <p:cNvCxnSpPr>
            <a:stCxn xmlns:a="http://schemas.openxmlformats.org/drawingml/2006/main" id="8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676DAA2-D732-43F8-8C27-8FE9F1B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70" name=""/>
          <p:cNvCxnSpPr>
            <a:stCxn xmlns:a="http://schemas.openxmlformats.org/drawingml/2006/main" id="82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689C2B5-BB7B-453E-82C4-D9C26E39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72" name=""/>
          <p:cNvCxnSpPr>
            <a:stCxn xmlns:a="http://schemas.openxmlformats.org/drawingml/2006/main" id="83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83B9EB3-9E73-44F1-BCBD-3D6711A6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74" name=""/>
          <p:cNvCxnSpPr>
            <a:stCxn xmlns:a="http://schemas.openxmlformats.org/drawingml/2006/main" id="84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270A1A0-D7CD-47E0-A17C-DE8592E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6" name=""/>
          <p:cNvCxnSpPr>
            <a:stCxn xmlns:a="http://schemas.openxmlformats.org/drawingml/2006/main" id="85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7C99C7F-5673-4073-BCFF-BACB6D6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78" name=""/>
          <p:cNvCxnSpPr>
            <a:stCxn xmlns:a="http://schemas.openxmlformats.org/drawingml/2006/main" id="86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FDC56EF-65DB-4AFF-A376-33A7FDD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80" name=""/>
          <p:cNvCxnSpPr>
            <a:stCxn xmlns:a="http://schemas.openxmlformats.org/drawingml/2006/main" id="87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3CF1F13-627C-445E-9411-4A9337E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48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2EFC616-BFB3-4FC3-AFBC-251ED07B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共享存储 / 对象存储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存储网（可选）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D84075B-2293-4664-A4D3-F3C93EFB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4" name=""/>
          <p:cNvCxnSpPr>
            <a:stCxn xmlns:a="http://schemas.openxmlformats.org/drawingml/2006/main" id="138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2214563" y="5200650"/>
            <a:ext cx="7905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86E137-B4DF-4541-BCA2-0C3BDF74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6" name=""/>
          <p:cNvCxnSpPr>
            <a:stCxn xmlns:a="http://schemas.openxmlformats.org/drawingml/2006/main" id="140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2214563" y="5200650"/>
            <a:ext cx="50292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A37E3F1-B9EE-4456-9D57-F0C49E5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8" name=""/>
          <p:cNvCxnSpPr>
            <a:stCxn xmlns:a="http://schemas.openxmlformats.org/drawingml/2006/main" id="142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2214563" y="5200650"/>
            <a:ext cx="91535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1C88C0E-D58E-4683-9DD9-F4134F9A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14950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7A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317ABD"/>
                </a:solidFill>
                <a:latin typeface="Arial Unicode MS"/>
                <a:ea typeface="Arial Unicode MS"/>
                <a:cs typeface="Arial Unicode MS"/>
              </a:rPr>
              <a:t>存储网覆盖 A / B / C 三柜节点（按机柜合并示意）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75CACB5-11DA-449F-B072-ABEB15E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 / BMC 逐节点连线，存储网逐柜连线；RoCE 共 16 条物理链路。非 RoCE 设备规格待核定。</a:t>
            </a:r>
          </a:p>
        </p:txBody>
      </p:sp>
    </p:spTree>
    <p:extLst>
      <p:ext uri="{BB962C8B-B14F-4D97-AF65-F5344CB8AC3E}">
        <p14:creationId xmlns:p14="http://schemas.microsoft.com/office/powerpoint/2010/main" val="323462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2026-09-16T06:31:27.0010000Z</dcterms:created>
  <dcterms:modified xsi:type="dcterms:W3CDTF">2026-09-16T06:31:27.0010000Z</dcterms:modified>
</coreProperties>
</file>