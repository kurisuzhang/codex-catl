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a89ec748647fc" /><Relationship Type="http://schemas.openxmlformats.org/officeDocument/2006/relationships/extended-properties" Target="/docProps/app.xml" Id="R43f954b8950c410e" /><Relationship Type="http://schemas.openxmlformats.org/officeDocument/2006/relationships/officeDocument" Target="/ppt/presentation.xml" Id="R962774c33559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b8947964364a92"/>
  </p:sldMasterIdLst>
  <p:notesMasterIdLst>
    <p:notesMasterId xmlns:r="http://schemas.openxmlformats.org/officeDocument/2006/relationships" r:id="R399773357e624aaf"/>
  </p:notesMasterIdLst>
  <p:sldIdLst>
    <p:sldId xmlns:r="http://schemas.openxmlformats.org/officeDocument/2006/relationships" id="256" r:id="R62c572f5b731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3581020fd4de7" /><Relationship Type="http://schemas.openxmlformats.org/officeDocument/2006/relationships/slideMaster" Target="/ppt/slideMasters/slideMaster1.xml" Id="R08b8947964364a92" /><Relationship Type="http://schemas.openxmlformats.org/officeDocument/2006/relationships/notesMaster" Target="/ppt/notesMasters/notesMaster1.xml" Id="R399773357e624aaf" /><Relationship Type="http://schemas.openxmlformats.org/officeDocument/2006/relationships/presProps" Target="/ppt/presProps.xml" Id="R4aa83ba6fbaa4b9e" /><Relationship Type="http://schemas.openxmlformats.org/officeDocument/2006/relationships/tableStyles" Target="/ppt/tableStyles.xml" Id="R0919bc36be5c4342" /><Relationship Type="http://schemas.openxmlformats.org/officeDocument/2006/relationships/slide" Target="/ppt/slides/slide1.xml" Id="R62c572f5b731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ba4c25b7d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d764c5cec4906" /><Relationship Type="http://schemas.openxmlformats.org/officeDocument/2006/relationships/notesMaster" Target="/ppt/notesMasters/notesMaster1.xml" Id="Rd2d294f2b3ab43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以交换设备到各代表节点的独立连线展示。通算2…5代表4台分别接入的服务器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、核心及接入交换设备为逻辑职责，复用及采购数量待核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4ed59ddde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23c244843406d" /><Relationship Type="http://schemas.openxmlformats.org/officeDocument/2006/relationships/slideLayout" Target="/ppt/slideLayouts/slideLayout1.xml" Id="R40f727637c3c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727637c3c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e09201e9b4518" /><Relationship Type="http://schemas.openxmlformats.org/officeDocument/2006/relationships/notesSlide" Target="/ppt/notesSlides/notesSlide1.xml" Id="R4b562da1cfba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D9D31B-61EC-462F-B164-62E38EF6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AC07B-E325-4F5B-B2E7-7134376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62E6E-A2B7-4C82-8424-5BF86077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6D771-8A59-4592-A3BB-FB5D4F2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73E2B-B895-497E-A36F-38CF8CA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519C4-F73C-4CFD-9E92-A384511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A1862-D604-4B57-BE6F-1D9654A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94914-8317-4ED8-9897-9B55DFDD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42419-33EE-4DD7-A7F6-BE76F867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5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5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19027-660B-4AB7-BAA3-840A271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EF90-B13D-41D3-BBA3-30D8AFC8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EDBFF-4D6A-4B3C-872A-5346E079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59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60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4334E-7FF9-4852-BB13-814EF2E5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18196-5376-4D0B-A6B5-90041B4E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59E41-3602-4E90-B784-54D7573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48D24-B055-452D-9386-105BE74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F9BD2-5A1A-49C4-B0D9-317B2AC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59C5B-206B-4029-88C1-083ED64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85720-F1F4-4136-81A3-FFECBA83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A9E66-DF0A-4CA1-9E6C-152559D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74BE6-C06D-45F3-A8A0-1A2517A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9DB4A-5D33-40AA-A5EC-2F7288B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1B7EB-E818-427A-83B9-1D836DB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BBE5BC-E14F-4D72-A8E4-AE4F30A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31A0D-162C-458D-8382-0F68EB9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8DA6B-91D0-4812-B3F3-6ACDA2D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72EABA-A462-4CC2-890B-D47C3E3C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ED3BF-47D4-4275-B4A0-6B6D83F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CC19B-3678-4EB1-B0FF-4BA824D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8" name=""/>
          <p:cNvCxnSpPr>
            <a:stCxn xmlns:a="http://schemas.openxmlformats.org/drawingml/2006/main" id="1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79" name=""/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15F654-D593-488F-A7AD-7765E70F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77CB21-BD9E-4D4C-B9DC-BA5066BC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F4FE3C-3694-4326-81A6-D89CDAE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3" name=""/>
          <p:cNvCxnSpPr>
            <a:stCxn xmlns:a="http://schemas.openxmlformats.org/drawingml/2006/main" id="1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4" name=""/>
          <p:cNvCxnSpPr>
            <a:stCxn xmlns:a="http://schemas.openxmlformats.org/drawingml/2006/main" id="1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8C4158-9F84-4C9B-94D5-EE978BD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96B479-5099-415B-BABE-FBF3497C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9BEE7F-AC65-4C74-BEE1-3C1CECC3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8" name=""/>
          <p:cNvCxnSpPr>
            <a:stCxn xmlns:a="http://schemas.openxmlformats.org/drawingml/2006/main" id="13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9" name=""/>
          <p:cNvCxnSpPr>
            <a:stCxn xmlns:a="http://schemas.openxmlformats.org/drawingml/2006/main" id="14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536661-FF62-4D72-9EF1-713AADB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1FD4F7-DE34-41F0-AA29-0FBC3E1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06036E-9A2C-4AA8-8C40-05535D4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3" name=""/>
          <p:cNvCxnSpPr>
            <a:stCxn xmlns:a="http://schemas.openxmlformats.org/drawingml/2006/main" id="1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94" name=""/>
          <p:cNvCxnSpPr>
            <a:stCxn xmlns:a="http://schemas.openxmlformats.org/drawingml/2006/main" id="14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0B6585-AF5C-4BA7-AE52-E60E1CA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F46506-AE9B-4078-A4B7-C74B053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42EDEC-E8A0-4C7B-B116-AED411B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B30C84-EADC-4AAA-9AF9-A7DAC2F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FF846A-8E1E-46E3-8272-3A5810A7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00A608-5D87-4AA0-94C2-390CA61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EEC718-4FCE-493E-BF26-A2C2C33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03F52-15CF-469F-B07B-DCAC26F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E2E814-3ECB-4CB6-8C8E-B497502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9C8760-0F7C-4C96-A0BB-7006433A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18A141-D9C9-45DE-BF01-E71C87E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6" name=""/>
          <p:cNvCxnSpPr>
            <a:stCxn xmlns:a="http://schemas.openxmlformats.org/drawingml/2006/main" id="13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7" name=""/>
          <p:cNvCxnSpPr>
            <a:stCxn xmlns:a="http://schemas.openxmlformats.org/drawingml/2006/main" id="14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A82817-A396-4068-92B9-01A7738F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ABE82D-0208-49C7-86C3-75E527F8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C4918A-66F2-4CB1-9769-83D8C748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1" name=""/>
          <p:cNvCxnSpPr>
            <a:stCxn xmlns:a="http://schemas.openxmlformats.org/drawingml/2006/main" id="1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2" name=""/>
          <p:cNvCxnSpPr>
            <a:stCxn xmlns:a="http://schemas.openxmlformats.org/drawingml/2006/main" id="14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7096ED-A5A7-4C6F-A1E8-AF7FDF72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B63AD7-FEF2-4637-B21E-2FAD8AF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14B594-3C4B-406D-9D92-100740B5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6" name=""/>
          <p:cNvCxnSpPr>
            <a:stCxn xmlns:a="http://schemas.openxmlformats.org/drawingml/2006/main" id="13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7" name=""/>
          <p:cNvCxnSpPr>
            <a:stCxn xmlns:a="http://schemas.openxmlformats.org/drawingml/2006/main" id="14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8FB217-FABB-456F-A388-0D8D32D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6B5DF3-3B6E-4AB1-836A-72AE90DC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EF6819-FC76-4560-A31B-9FCB9E5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1" name=""/>
          <p:cNvCxnSpPr>
            <a:stCxn xmlns:a="http://schemas.openxmlformats.org/drawingml/2006/main" id="13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22" name=""/>
          <p:cNvCxnSpPr>
            <a:stCxn xmlns:a="http://schemas.openxmlformats.org/drawingml/2006/main" id="14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3805F7-452F-4695-9619-5A8681A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297F42B-D2BC-49A7-9AE9-2A3BFEB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EF7BEE-E9AA-458D-BC81-A5D7A6F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BBF06F-1DB4-4AA2-9EEF-1241F43C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35D8DB-B484-4085-8750-A499B43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EDD264-8DC3-4B3C-BA99-B99FBF21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9E5DC8-D08B-4E83-AF5F-162AFB3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3E50367-2493-4159-A895-AE61613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3DC3C7-CDCD-49D3-86CE-E1B6CAA7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D9A0EF-AD67-423F-A74F-3BA425F2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0A8856-B17B-42EC-8ACF-F9E57135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4" name=""/>
          <p:cNvCxnSpPr>
            <a:stCxn xmlns:a="http://schemas.openxmlformats.org/drawingml/2006/main" id="13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5" name=""/>
          <p:cNvCxnSpPr>
            <a:stCxn xmlns:a="http://schemas.openxmlformats.org/drawingml/2006/main" id="14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D920E0-0BC5-4445-BBC2-E8031F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6FA5819-1357-439B-BABE-46AB821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EBBF61-5B07-40E8-B8F2-173A661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9" name=""/>
          <p:cNvCxnSpPr>
            <a:stCxn xmlns:a="http://schemas.openxmlformats.org/drawingml/2006/main" id="13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0" name=""/>
          <p:cNvCxnSpPr>
            <a:stCxn xmlns:a="http://schemas.openxmlformats.org/drawingml/2006/main" id="14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677150E-F172-44FD-89DA-FF6C5636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A4F835C-C73E-456A-97F0-4EE7FFE4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B983CC-5477-4A25-8D02-100AC76D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4" name=""/>
          <p:cNvCxnSpPr>
            <a:stCxn xmlns:a="http://schemas.openxmlformats.org/drawingml/2006/main" id="13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5" name=""/>
          <p:cNvCxnSpPr>
            <a:stCxn xmlns:a="http://schemas.openxmlformats.org/drawingml/2006/main" id="14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264B3D-1F3C-4CA7-B558-E191A8E7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9C36DA-0F51-4FCA-934D-A459821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B73861-56E3-4D7D-AA9B-ED2628B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49" name=""/>
          <p:cNvCxnSpPr>
            <a:stCxn xmlns:a="http://schemas.openxmlformats.org/drawingml/2006/main" id="52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354869C-37DD-41F4-AA83-A968DCCC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51" name=""/>
          <p:cNvCxnSpPr>
            <a:stCxn xmlns:a="http://schemas.openxmlformats.org/drawingml/2006/main" id="53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CE51F0-4E04-4A7B-9F03-68F9D380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53" name=""/>
          <p:cNvCxnSpPr>
            <a:stCxn xmlns:a="http://schemas.openxmlformats.org/drawingml/2006/main" id="54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2A9C7E-EED8-4C2A-A037-7E64198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5" name=""/>
          <p:cNvCxnSpPr>
            <a:stCxn xmlns:a="http://schemas.openxmlformats.org/drawingml/2006/main" id="55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114100E-A3E9-4232-BFCB-B6983619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7" name=""/>
          <p:cNvCxnSpPr>
            <a:stCxn xmlns:a="http://schemas.openxmlformats.org/drawingml/2006/main" id="56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B2897B5-2731-4DCC-B948-D1227E38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59" name=""/>
          <p:cNvCxnSpPr>
            <a:stCxn xmlns:a="http://schemas.openxmlformats.org/drawingml/2006/main" id="57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7505BA-9EFF-4425-A603-70943A81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61" name=""/>
          <p:cNvCxnSpPr>
            <a:stCxn xmlns:a="http://schemas.openxmlformats.org/drawingml/2006/main" id="58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79CEF3-31A6-4C0C-A2B1-FB6803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63" name=""/>
          <p:cNvCxnSpPr>
            <a:stCxn xmlns:a="http://schemas.openxmlformats.org/drawingml/2006/main" id="59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AAED9FB-B394-443E-9F37-B2A0F593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5" name=""/>
          <p:cNvCxnSpPr>
            <a:stCxn xmlns:a="http://schemas.openxmlformats.org/drawingml/2006/main" id="80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0CDA92-D079-4886-90E7-E506A62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7" name=""/>
          <p:cNvCxnSpPr>
            <a:stCxn xmlns:a="http://schemas.openxmlformats.org/drawingml/2006/main" id="8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95FCCDE-3512-41B3-B555-0D0DA49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69" name=""/>
          <p:cNvCxnSpPr>
            <a:stCxn xmlns:a="http://schemas.openxmlformats.org/drawingml/2006/main" id="82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7877D1-FFDA-4A48-AA87-5AE34BD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71" name=""/>
          <p:cNvCxnSpPr>
            <a:stCxn xmlns:a="http://schemas.openxmlformats.org/drawingml/2006/main" id="83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C9D50C7-7C16-4A57-9C66-1CA5CB81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73" name=""/>
          <p:cNvCxnSpPr>
            <a:stCxn xmlns:a="http://schemas.openxmlformats.org/drawingml/2006/main" id="84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299C511-B6A7-4AE9-B815-744FE154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5" name=""/>
          <p:cNvCxnSpPr>
            <a:stCxn xmlns:a="http://schemas.openxmlformats.org/drawingml/2006/main" id="85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CF72363-97A7-4E3B-AF20-B479E6E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7" name=""/>
          <p:cNvCxnSpPr>
            <a:stCxn xmlns:a="http://schemas.openxmlformats.org/drawingml/2006/main" id="86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033E370-AB1A-402A-9D62-50674204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79" name=""/>
          <p:cNvCxnSpPr>
            <a:stCxn xmlns:a="http://schemas.openxmlformats.org/drawingml/2006/main" id="87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F96A54B-7690-4AC5-971A-1E6E17E4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EDDD67E-279B-433B-8F80-BBF20CD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 / 对象存储（可选）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连接 A / B / C 三柜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7636AE-EB5F-446D-BB27-FAB609B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3" name=""/>
          <p:cNvCxnSpPr>
            <a:stCxn xmlns:a="http://schemas.openxmlformats.org/drawingml/2006/main" id="138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7905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EBA4156-61EF-4EFB-88CF-278C3D4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5" name=""/>
          <p:cNvCxnSpPr>
            <a:stCxn xmlns:a="http://schemas.openxmlformats.org/drawingml/2006/main" id="140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50292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FCF56E8-AB33-4BBB-86B1-06D7101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7" name=""/>
          <p:cNvCxnSpPr>
            <a:stCxn xmlns:a="http://schemas.openxmlformats.org/drawingml/2006/main" id="142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2214563" y="5200650"/>
            <a:ext cx="91535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91A3A51-61EC-4AA4-B91D-E1AF08A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逐节点连线，存储网逐柜连线；RoCE 共 16 条物理链路。非 RoCE 设备规格待核定。</a:t>
            </a:r>
          </a:p>
        </p:txBody>
      </p:sp>
    </p:spTree>
    <p:extLst>
      <p:ext uri="{BB962C8B-B14F-4D97-AF65-F5344CB8AC3E}">
        <p14:creationId xmlns:p14="http://schemas.microsoft.com/office/powerpoint/2010/main" val="1900382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2026-09-16T06:31:50.6710000Z</dcterms:created>
  <dcterms:modified xsi:type="dcterms:W3CDTF">2026-09-16T06:31:50.6710000Z</dcterms:modified>
</coreProperties>
</file>