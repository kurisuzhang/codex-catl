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65" r:id="R75db00052ad24d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75db00052ad24d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dbb73f5ede44f7" /><Relationship Type="http://schemas.openxmlformats.org/officeDocument/2006/relationships/notesMaster" Target="/ppt/notesMasters/notesMaster1.xml" Id="R9a0a3278593041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操作记录包含nvidia-smi或npu-smi设备识别、每台8卡、PCIe/NUMA与网络，版本与镜像digest，模型文件hash与许可证。服务配置固定max_model_len、精度、量化、TP/PP/副本及CPU/内存限制。文本验证流式chunk边界、模板、截断、超时和输入输出计数。YOLO额外核验预/后处理、类别和坐标；Wan异步队列、任务状态、生成参数及结果文件交付。单模型成功不能外推所有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35ad490fb46fe" /><Relationship Type="http://schemas.openxmlformats.org/officeDocument/2006/relationships/notesSlide" Target="/ppt/notesSlides/notesSlide1.xml" Id="R94160b09082842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6EFD6-AD05-47F9-82E4-B1A59D77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EA821-1B70-49DA-8BA3-0E461D30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部署与发布：以阶段证据作为上线门槛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B9496-FE60-4B45-8FC2-8500BB0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部署流程从设备验收开始，到可回退的服务版本结束。以下为待执行流程。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93A6A-A550-489B-852D-09A1DB48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1A69D-4E3F-4F73-BE5E-EC2E8772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35DAF-3EA6-482E-B739-D1D03616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DFE0C-BEB8-493F-8444-57CC0D6C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设备与网络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77A04-BB26-4F03-B74D-D326C8E8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资产与健康记录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功率 / 光链路 / HCCL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AF52F-737B-456C-82F8-7023D6A7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370BE-002D-45F2-BF0C-E075DAB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环境与模型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C2136-55C2-4653-9193-03DAB551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镜像与权重校验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许可 / Tokenizer / 模板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76C27-0342-4EA5-A346-CFDC8B9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2216C-9864-4419-97D0-B8C1D327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服务启动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685EA-60CC-4C5F-9C8E-9543ABDA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精度 / 上下文 / 并行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健康检查与启动日志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E6649-33A4-4FAB-9C97-435C3E8F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35EB0-E928-4D30-AEDE-1BB1242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正确性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8E000-C98A-43E9-84A3-91DCB3E8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中文 / 多轮 / 流式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质量集与异常请求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CEF3C-0CBF-470F-A6E9-CAA288B5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529D9-4C89-4B16-8EA6-BD54818E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05  MASS 与平台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F70BC-B1B7-4938-B718-017679EE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同批请求联调记录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3482C-BA8C-46CF-A779-FA5C0F1C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92416-D449-4556-8378-2B7E6F91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06  性能与发布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D9955-E7D5-45C7-92B8-361FC914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稳定性 / 限流 / 恢复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配额、告警与回退版本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862B6-06EE-4CEF-8D5A-FFFB06DC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48136-1D68-4F34-8475-6195F147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每阶段不通过即定位修复并回归。可发布产物是版本包、验收记录与回退配置。</a:t>
            </a:r>
          </a:p>
        </p:txBody>
      </p:sp>
    </p:spTree>
    <p:extLst>
      <p:ext uri="{BB962C8B-B14F-4D97-AF65-F5344CB8AC3E}">
        <p14:creationId xmlns:p14="http://schemas.microsoft.com/office/powerpoint/2010/main" val="903473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