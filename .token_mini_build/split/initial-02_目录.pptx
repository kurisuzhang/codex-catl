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57" r:id="R9b00b29f2f3047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2.xml" Id="R9b00b29f2f30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d44ce2bcc41b4" /><Relationship Type="http://schemas.openxmlformats.org/officeDocument/2006/relationships/notesMaster" Target="/ppt/notesMasters/notesMaster1.xml" Id="R0a218f20b752467c" 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优先建议Qwen3-8B作为910B文本联调候选，具体平台采购规格尚未确认。YOLO和Wan独立PoC，不阻塞首个文本计量案例。技术验证完成不代表商业闭环完成。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f9663a9c64a46" /><Relationship Type="http://schemas.openxmlformats.org/officeDocument/2006/relationships/notesSlide" Target="/ppt/notesSlides/notesSlide2.xml" Id="Rb616146e020d4b36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5E68C-998D-4B1A-B25E-DABBA52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F537D-5BA4-41A6-B241-DD09841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技术验证与商业验证的范围及评审目标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7F778-19A6-4D47-914C-309CB99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首轮用一个文本服务贯通生产、计量与平台对账，再验证真实结算回款。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CB0C6-3041-48CB-A0C6-5A56B1F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8D6EF-DDD9-49DF-8DF5-2F59F3B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08F3B-AC66-46D6-BE72-7C0146BD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5EF25-91C3-40B4-AF03-A623436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3FAAB-876B-4458-A2A5-9808185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3B5C4-FE3D-49D1-8503-0C410F08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048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硬件设备与功率边界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网络拓扑与跨柜 RoCE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软件架构与 MASS 接入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模型适配与部署验收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98975-945B-47EB-B7B1-486AE96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5162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性能测算与可售产能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Token 收益与盈亏边界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商业协议与结算证据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公司流程与回款验收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A5338-2B12-4F39-A816-814A1F34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85E08-D095-4275-BDFA-FCFF377D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本次评审形成：首轮服务范围、必补资源资料、平台试供给通过条件。</a:t>
            </a:r>
          </a:p>
        </p:txBody>
      </p:sp>
    </p:spTree>
    <p:extLst>
      <p:ext uri="{BB962C8B-B14F-4D97-AF65-F5344CB8AC3E}">
        <p14:creationId xmlns:p14="http://schemas.microsoft.com/office/powerpoint/2010/main" val="704270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