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72" r:id="R6deda8cc3aa242ee"/>
    <p:sldId xmlns:r="http://schemas.openxmlformats.org/officeDocument/2006/relationships" id="273" r:id="Re26709acaee5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6deda8cc3aa242ee" /><Relationship Type="http://schemas.openxmlformats.org/officeDocument/2006/relationships/slide" Target="/ppt/slides/slide2.xml" Id="Re26709acaee5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125c4fdd7c4aa7" /><Relationship Type="http://schemas.openxmlformats.org/officeDocument/2006/relationships/notesMaster" Target="/ppt/notesMasters/notesMaster1.xml" Id="Rff10037c505f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ffd9b62f24ee5" /><Relationship Type="http://schemas.openxmlformats.org/officeDocument/2006/relationships/notesMaster" Target="/ppt/notesMasters/notesMaster1.xml" Id="R6ab72e7aaa12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0c4f130b949f2" /><Relationship Type="http://schemas.openxmlformats.org/officeDocument/2006/relationships/notesSlide" Target="/ppt/notesSlides/notesSlide1.xml" Id="Rb27f820b9e484f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cd5d0f7dd493c" /><Relationship Type="http://schemas.openxmlformats.org/officeDocument/2006/relationships/notesSlide" Target="/ppt/notesSlides/notesSlide2.xml" Id="R65061608f8b24c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B7811-04C7-47CB-BF9C-DAC116B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05BCE-AA65-408E-8485-7844109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A1151-1A37-4BD8-A868-B94E0B7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16697-5518-4592-A9D3-FF56D58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F8731-2702-4B90-8AA8-2844847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BA45-9D38-4F64-8DF1-8A8DBE5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C41A-E657-4379-A43B-1AC510A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46617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042A-0928-4595-B0E3-3C6BEC7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10940-64E2-4F50-BEC1-5F82E46A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07452-16B5-468C-9B8F-B474F99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227B-062D-46E1-B236-A70372D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6249-38EF-4562-9872-4E1D4B5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9EB1-394E-4C63-B98B-BD148FD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FBA0B-F23A-4911-B879-1FD0958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68511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