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56" r:id="R1f134b8d142e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1f134b8d142e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7f863d3904fb0" /><Relationship Type="http://schemas.openxmlformats.org/officeDocument/2006/relationships/notesMaster" Target="/ppt/notesMasters/notesMaster1.xml" Id="R106003e66e7c47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内部立项与跨部门评审。依据已确认的执行文档v1.5制作，保留11个主题，合计18页。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162d9fcde44cc" /><Relationship Type="http://schemas.openxmlformats.org/officeDocument/2006/relationships/notesSlide" Target="/ppt/notesSlides/notesSlide1.xml" Id="R151a3e6894be4a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C76C7-D268-466F-B975-CAC7AA6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57712-3869-47D1-B6C8-150975D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2E0F9-1202-4E1F-A382-09B8D202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0FA26-939A-4399-A1CB-24E198F0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C82D4-7E5E-457B-9393-F681EEFE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1133661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