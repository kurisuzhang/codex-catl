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0c4682b224395" /><Relationship Type="http://schemas.openxmlformats.org/officeDocument/2006/relationships/extended-properties" Target="/docProps/app.xml" Id="Rd5b7610d3a5747ae" /><Relationship Type="http://schemas.openxmlformats.org/officeDocument/2006/relationships/officeDocument" Target="/ppt/presentation.xml" Id="R000fc1cdb231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20501ae9246a4"/>
  </p:sldMasterIdLst>
  <p:notesMasterIdLst>
    <p:notesMasterId xmlns:r="http://schemas.openxmlformats.org/officeDocument/2006/relationships" r:id="R98506c655fec4e87"/>
  </p:notesMasterIdLst>
  <p:sldIdLst>
    <p:sldId xmlns:r="http://schemas.openxmlformats.org/officeDocument/2006/relationships" id="256" r:id="R906121b2b0c54a15"/>
    <p:sldId xmlns:r="http://schemas.openxmlformats.org/officeDocument/2006/relationships" id="257" r:id="R2b6009827de948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dc2c13d034bd8" /><Relationship Type="http://schemas.openxmlformats.org/officeDocument/2006/relationships/slideMaster" Target="/ppt/slideMasters/slideMaster1.xml" Id="R8a620501ae9246a4" /><Relationship Type="http://schemas.openxmlformats.org/officeDocument/2006/relationships/notesMaster" Target="/ppt/notesMasters/notesMaster1.xml" Id="R98506c655fec4e87" /><Relationship Type="http://schemas.openxmlformats.org/officeDocument/2006/relationships/presProps" Target="/ppt/presProps.xml" Id="R3dd5a858dbdb4453" /><Relationship Type="http://schemas.openxmlformats.org/officeDocument/2006/relationships/tableStyles" Target="/ppt/tableStyles.xml" Id="Rcd8d71b7b1f140bf" /><Relationship Type="http://schemas.openxmlformats.org/officeDocument/2006/relationships/slide" Target="/ppt/slides/slide1.xml" Id="R906121b2b0c54a15" /><Relationship Type="http://schemas.openxmlformats.org/officeDocument/2006/relationships/slide" Target="/ppt/slides/slide2.xml" Id="R2b6009827de9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199f98b1f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62898b31a46ae" /><Relationship Type="http://schemas.openxmlformats.org/officeDocument/2006/relationships/notesMaster" Target="/ppt/notesMasters/notesMaster1.xml" Id="R7680d26f19e5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9394b64b34773" /><Relationship Type="http://schemas.openxmlformats.org/officeDocument/2006/relationships/notesMaster" Target="/ppt/notesMasters/notesMaster1.xml" Id="R8e4c9635eba9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依据用户2026-09-16提供的硬件参考截图：/Users/lin/Desktop/截屏2026-09-16 14.01.50.png。已确定台数、卡数及RoCE配置来自本任务用户要求。参考配置为候选BOM，不代表现有实物验收结果。截图CPU型号照录Kunpeng 920_5250；加速卡照录Ascend 910_4-64G，与用户指定910B尚需按物料编码及设备报告确认，不把64G视为910B已验收显存。通算参考CPU单颗2.1GHz/20核，2颗合计40核；内存384GB。910B参考内存768GB。容量均原始配置，不推定RAID后的可用空间。T4的CPU、内存和磁盘无参考，故不编造。T4单卡16GB沿用原报告NVIDIA数据表 https://www.nvidia.cn/content/dam/en-zz/Solutions/Data-Center/tesla-t4/t4-tensor-core-datasheet.pdf 。机柜C按最新用户要求展示6台既有通算，容量未指定。两台910B每台超过5kW为用户输入，A/B各一台；混装方案须核验整机峰值、U位、承重、制冷、PDU和故障供电。功率超过可用额度时调整T4位置，不表示本方案已通过上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来源：用户硬件参考截图 /Users/lin/Desktop/截屏2026-09-16 14.01.50.png 及用户本任务已确认配置。交换机48口等为参考规格，不是本期已批准采购清单。RoCE已确认1台；32×200GE与16×400GE为参考的两种选择，不累计成两台。400GE分拆还需核验breakout能力、端口模式、FEC、模块和线缆兼容，不能仅凭MPO线认定可用。32个200GE模块是两台910B共16条光链路双端总数，不包含业务网络模块。参考服务器网络原文：网卡0为6×GE（1个Mgmt管理网口、1个调试串口、4个板载口），另行写4×GE+4×25GE+2×200GE+2×200GE+2×200GE+2×200GE+2×25GE+IPMI。该参考将串口与GE混列、管理项可能重复，因此不直接累加成采购数量；RoCE按已确定每机8×200GE，业务网及BMC按实物端口表去重核验。对象存储参考CPU单颗2.4GHz/12核，硬盘原始容量不能直接作为可用容量，冗余策略及台数尚未定义。对象存储不计入14台已确定服务器，也不擅自放入现有三柜。所有整机配件包含检查完整性，并非主张现有设备全部重新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fefbfb7f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1d16a97af40ae" /><Relationship Type="http://schemas.openxmlformats.org/officeDocument/2006/relationships/slideLayout" Target="/ppt/slideLayouts/slideLayout1.xml" Id="R82eb06d90ad4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b06d90ad4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83138ee9404b" /><Relationship Type="http://schemas.openxmlformats.org/officeDocument/2006/relationships/notesSlide" Target="/ppt/notesSlides/notesSlide1.xml" Id="R3d777e89add24b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ecf5a2d0e4651" /><Relationship Type="http://schemas.openxmlformats.org/officeDocument/2006/relationships/notesSlide" Target="/ppt/notesSlides/notesSlide2.xml" Id="Rb1ba1b63da31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7E1D9AB-8611-45C6-AA7E-6DE97EE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AE1B-D0FA-43C4-9B36-6194D2C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D231-B8A7-478F-A6DC-53BBB49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 台 910B、6 台八卡 T4、6 台通算。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8822-1080-4912-AEC5-152CBF27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E74F-DB49-4B8B-8923-81FCE70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AF46-EB50-4779-A0F4-D626574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D147D-5D1C-42DC-A335-4F621EC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机柜布局（示意，非实际 U 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1EE3-4B8A-4093-ACBB-4AE7C5A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63A6-044D-4845-B8B7-A1FC77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8069-BD0C-4F02-8D34-0D17F05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7A505-FB41-46D5-BA33-7158EAB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4DB7-FD4E-4968-B8AD-D9902DC1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F3AC-FC79-4CE6-8F3B-5985A6C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7E5D-5938-42B6-B089-2D169B4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AF6EB-1C25-4E30-85EF-0602151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23EE-307A-4E5E-89F5-839DCB6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E30AC-890E-40F9-B7E9-6F420B7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6150E-E2D1-4314-B0EC-3B5E969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594AE-F3FF-4541-B7A2-A5D53BA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A0B4A-EF1E-4DDB-A644-BBBDCC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7F825-3CD1-4EC2-8B8A-0ABBB03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C586B-1B5F-4DC6-BFDB-8A3E2F1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C88C4-E0C3-4B10-975E-A1ED008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0EA0-77EF-4207-BF39-ACE2233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95051-C815-4ECF-B7BE-7BA4049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21D72-EBF6-477D-9450-9773CAF9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CE50F-6A51-4F6D-940F-78197B2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5D0DD-48BD-4B9D-AE5F-AF6ED17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96429-2C5C-4B12-AB42-4ED0E88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4706B-C809-4CF9-BF43-C9A492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6AA61-AAEF-40CB-AD9F-095DB06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E6F9B-2D49-4D37-840B-C7CB46C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D087E-9B9F-4982-A930-5348FAB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EDBC6-5B80-47AF-8F44-3E7F92D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95E58-C779-40D3-90D5-8FAADA7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C3DF7-D451-46AE-9A63-24EC919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32D85-4E97-4C08-877B-E349CAB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C217B-35A8-4338-A422-660B823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45BB4-FBE1-42B2-B762-EFFA469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EA145-AFD3-4453-B7F7-93324AFD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A22F7-F21A-4BC4-A077-C21C1D0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D062B-1737-466A-AA83-561E72F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83A7A-0E92-46DF-9173-3B7D593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79E68-8E93-4A33-9B4C-8E83071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C34CE5-7DE9-4B65-B7AD-E43B5B2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78351F-7130-4237-8840-6FC1902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8464C-5F2A-462A-AC63-9E2DA2C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F2BDFC-C557-4972-9CF4-7F25C39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C1DC2E-AEC0-4C56-9DD2-11E35F3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9332F4-42AE-4843-BE56-679BED2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E19568-5386-4BAD-9331-A8DFD21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23A2D-C498-4250-B8CD-4062F56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00794-7674-4B9E-A5A0-5B85F1B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9D309C-4930-4C05-BF94-1B35A6D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B894BB-2797-4907-A2E1-F90A50D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1F1E3-F1B1-4189-BE7E-7714405B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6B0B9F-57A9-4ECC-AC62-20A57A4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29EEAE-A968-47C2-8594-583C009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AFD4DA-1F1D-4B79-B0A6-9712C4E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83723E-8B2F-4EEC-87DE-AEFD8AC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49CA34-D00C-4506-ADE1-586048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E8C98F-9C2A-47D3-9F75-6B34DD8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CDCC13-A56A-47C3-AC42-094232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02D307-5658-465C-9E9D-5D02260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DBEA34-C84E-4FDA-8AA9-D0B0BE4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D6384D-3227-471A-ACF0-49491B3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138B86-74CD-4B40-B0C5-CCFD885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734FBB-86E6-4795-A81C-ED57D2E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30EFC3-C45C-42F1-BC34-AC2B471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78F1C-A11F-4886-88CD-016E4D7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F49EF3-A59B-4B9B-B987-DDEACE4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37B302-E0E6-4CD5-8E45-6E55458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96210-97B7-4A62-B68C-5D45882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9E4288-C391-4FC3-8E10-57479BC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DCD667-84D0-409F-8ECB-2258C23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8A63C5-9431-4E05-A8F2-152AE1A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B1C501-8307-45A0-9598-6A52995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92653B-B2EF-4FCB-837C-7148C24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9C9537-4802-467E-B1C0-FDA15FC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66754A-8DB0-4550-A724-558AB7B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F3D932-3B8E-46B1-A82B-8EF2EC9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BE7EC4-0ACF-42DE-8641-9843F19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0A3168-07DA-411C-88D9-49CE5C2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2C68F-8EBB-43E4-A7A4-970C1AE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E1DAF1-4D37-4170-80E3-27AD350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FD4C75-74F9-4104-8BBD-F8CB007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003959-0289-4272-9EC9-93618A8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664984-615B-4BF9-AD84-749EE91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DB99C3-3A27-4E2C-A92E-BAA0FFB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D08F98-9B48-493D-8787-E254B04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8C5F84-AF59-4B87-9746-2017FBB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AB82A7-2A50-4D1F-B696-38127DE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BEED63-4406-4003-9430-7B44FFE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62E0C-3651-4FCC-BF4E-B38A12F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619F0A-43AF-4868-9942-0E5B6D8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7AED13-83F0-49B3-9112-4044E69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B81628-6E3C-41DB-A262-FAA08F9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9C5E4E-0C6A-485C-8D11-71B967F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3AF529-A424-4689-AD9D-EF42276E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1B8AFE-AE05-4CAD-B232-630D8E9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09718-6DD7-444E-AB04-2D50A6B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4C3368-C701-433A-A43C-8D079A1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FA459-694B-4854-A1BB-9A231F1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EBFABA-3F07-49C6-A5E9-918F053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BAE420-2222-47E3-A462-6E0C83F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C9A585-66C0-4A24-9A8F-368FB38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FDE7C0-1FE7-48BF-A80E-03139F8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F97662-A71C-4E4A-AA71-786D090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5389B2-2522-44B6-A071-A46C543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C6A057-E1A9-442D-8A1C-0F97FB8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AF8F25-CD0B-402F-88F8-4F3E69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5DEBFA-A581-4EDB-B98D-0B07971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70870E-CB54-40D8-B54F-5837E7B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2C04DF-E8F3-4916-AF84-E9F933E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A3B4B1-E944-4729-97B3-F56B6E4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E8195E-C8C2-481F-94BB-4C580CB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7E5989-0154-4623-BCDC-A18CAB2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29B113-BEA9-41D2-881A-87F1C5F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3956C1-98CC-404C-9ECC-C685A99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35BB86-DD74-4E58-85DF-FCA6B4F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EEA68-4ED1-4B1A-8652-DBDC1BD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EC3648-600C-41C4-BBF4-D7A62E2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9A7485-EBF8-41EC-944B-EB23F1B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DFD2DC-8DAC-41D4-A5D2-0A0C88A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158332-86C7-407C-A783-1BFF6D9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3135B9-7C4E-498A-8185-F96C373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BC80EF-480E-4477-AA33-678381A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85C7DA-EF09-47C3-95CD-D153DDA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1A2694-CE9F-49C8-B09B-CD5F566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533D78F-06A9-441D-B426-19AF26C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696F2C-0518-4262-87E3-1EBB428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16EDC0-168D-4DBE-BD73-FB5C2C1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0CA1C9-8889-4B8F-B89D-2603888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1D7949-333A-4F2E-9CB2-5F81778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2C42885-E8D5-41E6-8075-83514BD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413199-85F4-4BBE-A047-040B5FB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357F2F-0D89-460B-9F5A-EE8807D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256705F-1D11-486F-A9DA-EED835BC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597B9D-2EC3-49DC-ADB9-9CC359B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0A16C-72EE-4B25-A8ED-FD84F927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C6FA730-EF34-4A82-A8C7-1DC235D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6C0173E-1F49-4FA7-8C46-830797A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FCBFD09-50E1-4B6A-92D9-9793AED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627510-5056-49EA-A88A-D28389C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43AF0E-5ED9-4BC1-9610-B3D7C88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767DBC7-9DAC-4B74-973D-3AF227F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74AF03-F203-4784-876F-DB9008A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D0C7FD-36E1-4CCF-B276-7AB76FA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30CF335-FD45-417C-B921-9DA24BD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878D2E-6159-478A-AF2A-0FFB164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51B3CF-D7F4-4ED2-8F32-CD2B895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0F71C0D-ECE5-4A2A-9212-71B4DD8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AC54A81-5801-4EDC-A4F4-42D7B5E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0413D0-27AB-4DE2-8BE5-406BC1F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36459F-286D-4930-A88D-B86D8C8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AFD4D9A-0724-47C4-A485-0EA9FFF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EC1F0-AD98-40BA-8032-86C977A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BEB0A5-951D-4DCD-8C29-3F22BB8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60A2E61-86E1-45E5-961E-829F815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21D62D-83B9-47BF-A4CD-1A6E1C0C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086F9BB-51EB-4B23-986C-0BB013C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445790-DF4A-4FD6-9759-AAF6C1C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B40A83-A852-44F0-B716-D92B732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BA70FA0-0960-48A4-B914-4FB652B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97AB839-05C4-4CC9-9903-A7E87C5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346E85-F19C-4447-8B90-8A66432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A5858-0B2D-4A3C-A273-AF00952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2B7AD83-B5F4-43E9-88F9-1A3D56C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EE10D1F-91C7-4AFC-92D6-CE920A6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5487CFA-41F9-43B2-AF1D-53A968A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28165FB-1A86-4A32-8B14-01A59DA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22D8451-CA90-43FC-8F35-2AB587E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7143CB-1B61-4D09-A591-141991B4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A84AFE-52B9-4345-B6B0-6A04058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D37C04-9DBC-451C-AD13-7EF07CA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AD7A9D-2BB0-494D-8CAF-691A1F19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1200B5C-CB69-4F06-9194-55F06FE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535E579-E1F8-4A8C-8B89-E2755B4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956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81D7D0A-FBF9-4DE2-B167-7760A26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6FCA38B-593C-4D17-B790-55269404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926A9B-F685-4762-8EAD-BD7E015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5816C57-8B93-49B1-B979-E160814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08889B4-EAEC-4C8F-BC4B-DE1D0E9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289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11E252-C27B-4D9D-86A2-CF56B07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95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DAB6CA-D5CF-4807-88F8-6D69645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78F971-7EC0-4599-A706-12ECBA7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0A87C9-DF11-4C40-9648-4305366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EC8A91F-6492-4BD1-806F-6AB07CB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1C318F-CBFD-405D-A825-9095DCC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29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E75C3E-682D-4E34-BAD7-5CB6905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1C3004-E712-4940-AA9C-78BA4EC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503238E-75C0-465E-ABF4-0B7AA16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70939D1-9693-4945-A095-38AC4DA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957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3DF3789-E1E0-4F62-9326-144EA44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147931-AB28-40B7-8AC7-7F87D85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294446B-38C7-43F6-B164-B0555E5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90D65EC-2092-496A-AF81-5C7D627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7AF0E93-9F39-407C-984F-97495AE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291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79C33DD-DFCF-469C-84B6-587CB82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957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BE448FC-ED58-44AD-A410-3049B5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8AE0B80-6920-475A-B4BE-C692583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22F2AFC-0E30-4100-BB99-93CB05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DD455C5-A246-4AD9-B017-99DC38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624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A9E35EE-E9FC-4AC4-B477-E07355D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29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CDF5AD8-FC90-48ED-9F0B-B2E8C1E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C09E7CB-9CC8-49A5-A961-129CEE4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C097611-8EFF-4A9C-875C-77CA5FA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B：模型推理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C：MASS 平台及支撑服务</a:t>
            </a:r>
          </a:p>
        </p:txBody>
      </p:sp>
      <p:graphicFrame>
        <p:nvGraphicFramePr>
          <p:cNvPr id="417" name=""/>
          <p:cNvGraphicFramePr/>
          <p:nvPr/>
        </p:nvGraphicFramePr>
        <p:xfrm>
          <a:off xmlns:a="http://schemas.openxmlformats.org/drawingml/2006/main" x="5524500" y="1943100"/>
          <a:ext xmlns:a="http://schemas.openxmlformats.org/drawingml/2006/main" cx="6076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4724400"/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1A8899C-E521-4859-B4CD-AA461CF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959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07629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CAB59-A287-49FE-A5E7-BE93CB22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FDC7-347B-45CF-9360-21E940D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6A3D9-5BD4-4BB4-A72C-6DB8063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盘点口径：已确定数量直接列示，参考规格保留，选配设备单独计算。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6A1EE-E97A-4F92-8FB1-F471397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D1D70-5F67-4A41-B2E1-86B2B4F7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C8820-968E-4CCF-A772-2572E910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524000"/>
                <a:gridCol w="7839075"/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1930F-06BE-432C-B6E9-4197893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965723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2026-09-16T06:08:00.4660000Z</dcterms:created>
  <dcterms:modified xsi:type="dcterms:W3CDTF">2026-09-16T06:08:00.4660000Z</dcterms:modified>
</coreProperties>
</file>