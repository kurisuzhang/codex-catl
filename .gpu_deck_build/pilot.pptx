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7ee98e8014ab0" /><Relationship Type="http://schemas.openxmlformats.org/officeDocument/2006/relationships/extended-properties" Target="/docProps/app.xml" Id="R8fa0041dbde84d6b" /><Relationship Type="http://schemas.openxmlformats.org/officeDocument/2006/relationships/officeDocument" Target="/ppt/presentation.xml" Id="R60cf72728e564a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af37a226f64e55"/>
  </p:sldMasterIdLst>
  <p:notesMasterIdLst>
    <p:notesMasterId xmlns:r="http://schemas.openxmlformats.org/officeDocument/2006/relationships" r:id="R29513bbf8105469f"/>
  </p:notesMasterIdLst>
  <p:sldIdLst>
    <p:sldId xmlns:r="http://schemas.openxmlformats.org/officeDocument/2006/relationships" id="256" r:id="Rba315dc900e643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4a3a8a9b334c84" /><Relationship Type="http://schemas.openxmlformats.org/officeDocument/2006/relationships/slideMaster" Target="/ppt/slideMasters/slideMaster1.xml" Id="R8faf37a226f64e55" /><Relationship Type="http://schemas.openxmlformats.org/officeDocument/2006/relationships/notesMaster" Target="/ppt/notesMasters/notesMaster1.xml" Id="R29513bbf8105469f" /><Relationship Type="http://schemas.openxmlformats.org/officeDocument/2006/relationships/presProps" Target="/ppt/presProps.xml" Id="Ra4174620f35c4ef6" /><Relationship Type="http://schemas.openxmlformats.org/officeDocument/2006/relationships/tableStyles" Target="/ppt/tableStyles.xml" Id="R38798012fbb64291" /><Relationship Type="http://schemas.openxmlformats.org/officeDocument/2006/relationships/slide" Target="/ppt/slides/slide1.xml" Id="Rba315dc900e643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de6f9de8d441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cf288f695945b9" /><Relationship Type="http://schemas.openxmlformats.org/officeDocument/2006/relationships/notesMaster" Target="/ppt/notesMasters/notesMaster1.xml" Id="R590374929b3746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00e05334849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e0051196cc4644" /><Relationship Type="http://schemas.openxmlformats.org/officeDocument/2006/relationships/slideLayout" Target="/ppt/slideLayouts/slideLayout1.xml" Id="R42d16aeadd794d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d16aeadd794d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eb202761cf420f" /><Relationship Type="http://schemas.openxmlformats.org/officeDocument/2006/relationships/notesSlide" Target="/ppt/notesSlides/notesSlide1.xml" Id="R2a7d4336c44042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05F3E-A64E-4848-A973-38B0EE0F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42B4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42B45"/>
                </a:solidFill>
                <a:latin typeface="Arial Unicode MS"/>
                <a:ea typeface="Arial Unicode MS"/>
                <a:cs typeface="Arial Unicode MS"/>
              </a:rPr>
              <a:t>GPU／NPU 租赁与大模型推理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3683000"/>
                <a:gridCol w="3683000"/>
              </a:tblGrid>
              <a:tr h="825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硬件</a:t>
                      </a:r>
                    </a:p>
                  </a:txBody>
                  <a:tcPr marL="152400" marR="152400" marT="114300" marB="114300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配置</a:t>
                      </a:r>
                    </a:p>
                  </a:txBody>
                  <a:tcPr marL="152400" marR="152400" marT="114300" marB="114300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建议</a:t>
                      </a:r>
                    </a:p>
                  </a:txBody>
                  <a:tcPr marL="152400" marR="152400" marT="114300" marB="114300">
                    <a:solidFill>
                      <a:srgbClr val="142B4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昇腾910B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2台 × 8卡 × 64GB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先验证模型</a:t>
                      </a:r>
                    </a:p>
                  </a:txBody>
                  <a:tcPr marL="152400" marR="152400" marT="114300" marB="114300"/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4–6台 × 8卡 × 16GB</a:t>
                      </a:r>
                    </a:p>
                  </a:txBody>
                  <a:tcPr marL="152400" marR="152400" marT="114300" marB="114300"/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2B45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单机多副本</a:t>
                      </a:r>
                    </a:p>
                  </a:txBody>
                  <a:tcPr marL="152400" marR="152400" marT="114300" marB="11430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0082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2026-09-14T10:11:15.8680000Z</dcterms:created>
  <dcterms:modified xsi:type="dcterms:W3CDTF">2026-09-14T10:11:15.8680000Z</dcterms:modified>
</coreProperties>
</file>