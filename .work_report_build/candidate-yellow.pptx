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f253c7968a4252" /><Relationship Type="http://schemas.openxmlformats.org/officeDocument/2006/relationships/extended-properties" Target="/docProps/app.xml" Id="R122cc41589fd4945" /><Relationship Type="http://schemas.openxmlformats.org/officeDocument/2006/relationships/officeDocument" Target="/ppt/presentation.xml" Id="R4e9f6ebdc95b4e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7a7366c6cb4bca"/>
  </p:sldMasterIdLst>
  <p:notesMasterIdLst>
    <p:notesMasterId xmlns:r="http://schemas.openxmlformats.org/officeDocument/2006/relationships" r:id="R3061a71137f34e53"/>
  </p:notesMasterIdLst>
  <p:sldIdLst>
    <p:sldId xmlns:r="http://schemas.openxmlformats.org/officeDocument/2006/relationships" id="256" r:id="Rb53387849747443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4995f2b1ee4164" /><Relationship Type="http://schemas.openxmlformats.org/officeDocument/2006/relationships/slideMaster" Target="/ppt/slideMasters/slideMaster1.xml" Id="Rc87a7366c6cb4bca" /><Relationship Type="http://schemas.openxmlformats.org/officeDocument/2006/relationships/notesMaster" Target="/ppt/notesMasters/notesMaster1.xml" Id="R3061a71137f34e53" /><Relationship Type="http://schemas.openxmlformats.org/officeDocument/2006/relationships/presProps" Target="/ppt/presProps.xml" Id="R4ac5363c2c464c72" /><Relationship Type="http://schemas.openxmlformats.org/officeDocument/2006/relationships/tableStyles" Target="/ppt/tableStyles.xml" Id="R46bbc9a2a93e4162" /><Relationship Type="http://schemas.openxmlformats.org/officeDocument/2006/relationships/slide" Target="/ppt/slides/slide1.xml" Id="Rb5338784974744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3b6037520a40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25d5dbd55042af" /><Relationship Type="http://schemas.openxmlformats.org/officeDocument/2006/relationships/notesMaster" Target="/ppt/notesMasters/notesMaster1.xml" Id="Rfa445b90feaf4d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信息来源：用户提供的三项工作内容。第一项仅明确完成实验台与闭环验证内容梳理，不将其表述为所有技术及商业验证均已完成。第二项设备数量单位为台，非卡数。P8000仅完成一轮初步测试，细化测试仍在进行，未提供测试结果或性能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35cf62ccd24a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d816bc1b944dbc" /><Relationship Type="http://schemas.openxmlformats.org/officeDocument/2006/relationships/slideLayout" Target="/ppt/slideLayouts/slideLayout1.xml" Id="R8b9a066ae62f4e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9a066ae62f4e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6848109af486d" /><Relationship Type="http://schemas.openxmlformats.org/officeDocument/2006/relationships/notesSlide" Target="/ppt/notesSlides/notesSlide1.xml" Id="Raa12e4eaabcb49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29CB24-0E05-48AE-9E9B-02F696E0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1333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工作进展汇报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0E7BB-5CF7-401A-A3CB-145D3CC5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1323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7D8B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7D8B96"/>
                </a:solidFill>
                <a:latin typeface="Arial Unicode MS"/>
                <a:ea typeface="Arial Unicode MS"/>
                <a:cs typeface="Arial Unicode MS"/>
              </a:rPr>
              <a:t>Token 实验台建设与 P8000 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B0B42-932D-4853-A444-DD98EDC9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8B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B84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A2927-6C3E-4854-A02A-D8EB0D51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66925"/>
            <a:ext cx="328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Token 魔方 Mini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0A0F0-5DDD-4F80-96AC-98D32B9E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95550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2C60D-D18A-44E1-9530-E077AE7C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384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8B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B84"/>
                </a:solidFill>
                <a:latin typeface="Arial Unicode MS"/>
                <a:ea typeface="Arial Unicode MS"/>
                <a:cs typeface="Arial Unicode MS"/>
              </a:rPr>
              <a:t>已完成梳理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B1B0E-E462-4D94-B650-E1981F1C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05025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完成 Token 生产与平台销售闭环验证内容梳理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390C5-0BDC-4B91-BD4F-529C3297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76525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8B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B84"/>
                </a:solidFill>
                <a:latin typeface="Arial Unicode MS"/>
                <a:ea typeface="Arial Unicode MS"/>
                <a:cs typeface="Arial Unicode MS"/>
              </a:rPr>
              <a:t>技术验证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858635-E3E1-42A5-A000-E0087802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76525"/>
            <a:ext cx="747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rPr>
              <a:t>硬件设备、网络拓扑、软件架构、模型适配与部署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47E2A-3F87-42B6-AC33-1267AB1C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43250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8B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B84"/>
                </a:solidFill>
                <a:latin typeface="Arial Unicode MS"/>
                <a:ea typeface="Arial Unicode MS"/>
                <a:cs typeface="Arial Unicode MS"/>
              </a:rPr>
              <a:t>商业验证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0555EC-6096-4BB2-935D-6E7FAF62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43250"/>
            <a:ext cx="747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rPr>
              <a:t>性能测试、Token 收益分析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5740C2-C6B7-46DD-BED1-72B0C85C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5275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A9762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A97621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E92614-B97A-4CD0-BAE2-D0E3D90A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386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移动迷你试验台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3B2BCA-463B-4570-B145-4A5F820E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67225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租赁推进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A8D52-A3F0-4014-A7F8-83A9B01A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10150"/>
            <a:ext cx="338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A9762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97621"/>
                </a:solidFill>
                <a:latin typeface="Arial Unicode MS"/>
                <a:ea typeface="Arial Unicode MS"/>
                <a:cs typeface="Arial Unicode MS"/>
              </a:rPr>
              <a:t>待商务流程初稿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B6245D-5802-466D-98FB-9CBEFEA8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7670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已确定配置：2 台 910B + 6 台 NVIDIA T4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B2656F-EEDE-4BD5-B3CC-900D2D1A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57725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A9762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97621"/>
                </a:solidFill>
                <a:latin typeface="Arial Unicode MS"/>
                <a:ea typeface="Arial Unicode MS"/>
                <a:cs typeface="Arial Unicode MS"/>
              </a:rPr>
              <a:t>当前进展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8285BD-D89D-4A41-9A08-904F6963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57725"/>
            <a:ext cx="747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rPr>
              <a:t>持续推动租赁，等待夏新完成商务流程初稿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475A9B-4D09-43ED-AE3B-CF7D0073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A68A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A97621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08C90D-E83C-40A5-A75D-F4FD3357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9122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P8000 测试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90ED79-B2C4-482F-9B9C-EFE8ACDA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619875"/>
            <a:ext cx="338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A68A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97621"/>
                </a:solidFill>
                <a:latin typeface="Arial Unicode MS"/>
                <a:ea typeface="Arial Unicode MS"/>
                <a:cs typeface="Arial Unicode MS"/>
              </a:rPr>
              <a:t>细化测试进行中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3D1E1F-A278-46D1-9852-5768A426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029325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已完成一轮初步测试，正在学习并开展细化测试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BEDF08-6AF8-4A66-841E-97572CB2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6198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A68A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97621"/>
                </a:solidFill>
                <a:latin typeface="Arial Unicode MS"/>
                <a:ea typeface="Arial Unicode MS"/>
                <a:cs typeface="Arial Unicode MS"/>
              </a:rPr>
              <a:t>环境与通信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BD627A-7980-45B4-A335-AF553ACD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66198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rPr>
              <a:t>RDMA 测试、驱动环境验证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D40E93-976D-4181-BFF7-626CFE71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70866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A68A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97621"/>
                </a:solidFill>
                <a:latin typeface="Arial Unicode MS"/>
                <a:ea typeface="Arial Unicode MS"/>
                <a:cs typeface="Arial Unicode MS"/>
              </a:rPr>
              <a:t>模型与推理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AAE029-9854-4191-8FF5-017D70F0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70866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rPr>
              <a:t>模型文件验证、模型可用性验证、推理引擎参数确定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42351A-95C4-4782-B912-B5CCF830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75533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A68A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97621"/>
                </a:solidFill>
                <a:latin typeface="Arial Unicode MS"/>
                <a:ea typeface="Arial Unicode MS"/>
                <a:cs typeface="Arial Unicode MS"/>
              </a:rPr>
              <a:t>性能测试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34E969-025C-456D-B348-46DD988B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755332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rPr>
              <a:t>LLM 吞吐性能测试</a:t>
            </a:r>
          </a:p>
        </p:txBody>
      </p:sp>
    </p:spTree>
    <p:extLst>
      <p:ext uri="{BB962C8B-B14F-4D97-AF65-F5344CB8AC3E}">
        <p14:creationId xmlns:p14="http://schemas.microsoft.com/office/powerpoint/2010/main" val="10532597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2026-09-18T09:24:13.5440000Z</dcterms:created>
  <dcterms:modified xsi:type="dcterms:W3CDTF">2026-09-18T09:24:13.5440000Z</dcterms:modified>
</coreProperties>
</file>