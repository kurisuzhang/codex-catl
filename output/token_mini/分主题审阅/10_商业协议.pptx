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15b7152e645f9" /><Relationship Type="http://schemas.openxmlformats.org/officeDocument/2006/relationships/extended-properties" Target="/docProps/app.xml" Id="R1c8ac7f3556d4ab5" /><Relationship Type="http://schemas.openxmlformats.org/officeDocument/2006/relationships/officeDocument" Target="/ppt/presentation.xml" Id="Re3f2302e4934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3b52e9fb54477"/>
  </p:sldMasterIdLst>
  <p:notesMasterIdLst>
    <p:notesMasterId xmlns:r="http://schemas.openxmlformats.org/officeDocument/2006/relationships" r:id="R105d7eae1871493d"/>
  </p:notesMasterIdLst>
  <p:sldIdLst>
    <p:sldId xmlns:r="http://schemas.openxmlformats.org/officeDocument/2006/relationships" id="270" r:id="Reb946eb5e3724fa7"/>
    <p:sldId xmlns:r="http://schemas.openxmlformats.org/officeDocument/2006/relationships" id="271" r:id="Rf672a9a8346348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3360d69ae423a" /><Relationship Type="http://schemas.openxmlformats.org/officeDocument/2006/relationships/slideMaster" Target="/ppt/slideMasters/slideMaster1.xml" Id="Rd7a3b52e9fb54477" /><Relationship Type="http://schemas.openxmlformats.org/officeDocument/2006/relationships/notesMaster" Target="/ppt/notesMasters/notesMaster1.xml" Id="R105d7eae1871493d" /><Relationship Type="http://schemas.openxmlformats.org/officeDocument/2006/relationships/presProps" Target="/ppt/presProps.xml" Id="Re4a6be5e860e41f6" /><Relationship Type="http://schemas.openxmlformats.org/officeDocument/2006/relationships/tableStyles" Target="/ppt/tableStyles.xml" Id="R2b725e6074ad4c77" /><Relationship Type="http://schemas.openxmlformats.org/officeDocument/2006/relationships/slide" Target="/ppt/slides/slide1.xml" Id="Reb946eb5e3724fa7" /><Relationship Type="http://schemas.openxmlformats.org/officeDocument/2006/relationships/slide" Target="/ppt/slides/slide2.xml" Id="Rf672a9a8346348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50a3d28bb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2552c9e46a4c1a" /><Relationship Type="http://schemas.openxmlformats.org/officeDocument/2006/relationships/notesMaster" Target="/ppt/notesMasters/notesMaster1.xml" Id="R9f75fb330a3d4c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dc728fc75e40bf" /><Relationship Type="http://schemas.openxmlformats.org/officeDocument/2006/relationships/notesMaster" Target="/ppt/notesMasters/notesMaster1.xml" Id="Ra4161df6ff464b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商务讨论清单，并非已签协议或法律意见。首批用同一请求样本比对Tokenizer、推理返回usage、接入记录及平台账单。需约定失败/取消/重试/部分输出及缓存口径，不能由技术默认免费或收费。检测/视频分别约定规格、质量、任务单位及价格。合同还需价格变更、税费、付款账户、争议处理和开票要求，以双方最终文本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议条款由商务/法务/财务评审。单交换机故障可能影响双机并行服务，同一资源池内独立单机服务的影响依赖网络与路由。合同约定故障责任归属、供应方与平台侧原因判定、不可用统计、维护排除项、赔付上限、退出与余额清算。数据最小留存及安全职责按实际数据和适用制度审查，不假定客户数据可任意留存或用于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13ba90d55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a4d9626114bdf" /><Relationship Type="http://schemas.openxmlformats.org/officeDocument/2006/relationships/slideLayout" Target="/ppt/slideLayouts/slideLayout1.xml" Id="Ra7f0cc97a0e5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d76a285454cd8" /><Relationship Type="http://schemas.openxmlformats.org/officeDocument/2006/relationships/notesSlide" Target="/ppt/notesSlides/notesSlide1.xml" Id="Rdd18979d091448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33d4b41274c35" /><Relationship Type="http://schemas.openxmlformats.org/officeDocument/2006/relationships/notesSlide" Target="/ppt/notesSlides/notesSlide2.xml" Id="R69d1f4b40ced45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5563F-0D1F-424C-AA84-B75E3CFB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4AD76-227A-4FE4-92FC-59F64AF8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计量与结算：请求如何形成双方认可的账单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A60B7-B952-4536-9891-A90A61F7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拟议条款从平台接受的服务目录开始，连接双方认可的用量证据。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1C24D-C809-4BF3-9633-D342D0A7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8F9D7-2B1E-4FF6-9B48-23776F03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FD27D-53E8-4F0D-B4B6-6EF2DB6C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E74C4-C861-4D32-A665-F24F2BDE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服务目录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 / 任务规格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48EB4-8102-4FB7-AE49-391A726E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请求或任务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统一关联 ID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0032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D14DC-7127-4F48-BA45-16719B6A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用量明细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计数与状态</a:t>
            </a:r>
          </a:p>
        </p:txBody>
      </p: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5775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7D3E3-43B6-4D4D-9D80-F5F6EABB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对账确认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差异与冲正</a:t>
            </a:r>
          </a:p>
        </p:txBody>
      </p:sp>
      <p:cxnSp>
        <p:nvCxnSpPr>
          <p:cNvPr id="3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11517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5426D-FE1D-49CE-BA88-361B8099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结算条目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单价与周期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7260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graphicFrame>
        <p:nvGraphicFramePr>
          <p:cNvPr id="33" name=""/>
          <p:cNvGraphicFramePr/>
          <p:nvPr/>
        </p:nvGraphicFramePr>
        <p:xfrm>
          <a:off xmlns:a="http://schemas.openxmlformats.org/drawingml/2006/main" x="571500" y="3219450"/>
          <a:ext xmlns:a="http://schemas.openxmlformats.org/drawingml/2006/main" cx="110490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50292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必须约定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拟议处理方式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留存证据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输入、输出与缓存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 Tokenizer 和缓存定义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三类单价、币种税费分别写明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规则版本、原始计数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平台与供应方明细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超时、重试、部分输出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逐类约定是否计费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重复事件去重，重试保留关联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attempt ID、状态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实际交付量与异常记录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对账差异与结算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确定权威依据、核验时限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冲正、补结算和账期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差异单、确认单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结算单与调整记录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85D1D-7A35-4316-9BAD-E9441621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技术可运行仍需平台认可模型、区域、容量与质量规格，才具备采购前提。</a:t>
            </a:r>
          </a:p>
        </p:txBody>
      </p:sp>
    </p:spTree>
    <p:extLst>
      <p:ext uri="{BB962C8B-B14F-4D97-AF65-F5344CB8AC3E}">
        <p14:creationId xmlns:p14="http://schemas.microsoft.com/office/powerpoint/2010/main" val="1688347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DDEC0-90D3-4B9A-9D29-7357C887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774F7-AC17-4148-B682-AC14D7FF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服务与责任：承诺范围匹配架构和实测能力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5865C-944C-45C6-B4F6-61D4369D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拟议协议在可验收范围内确定服务窗口、维护、故障处理与责任。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45743-0810-4528-910D-DAD9E8E8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AD0AC-7A02-4CA0-A7DF-58842C0E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37E3D-9BAA-4AF4-9FBC-0F45A84F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4800600"/>
                <a:gridCol w="38862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当前约束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需要约定的边界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验收与责任证据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一台 RoCE 交换机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无交换机级冗余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维护窗口、故障响应与赔付边界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故障演练与恢复记录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运维联系人和升级路径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性能尚未实测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绑定模型、精度、上下文与配额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以验收负载确定服务目标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双方验收报告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监控口径与限流记录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模型与版本会变化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变更审批、回归测试和回退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禁用不满足许可的供给方式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模型权利依据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版本清单与发布记录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数据、暂停与退出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用途、留存、权限和责任分工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余额清算、数据处理与开票回款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访问与删除记录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最终对账单及回款凭证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51864-685F-4C4A-BA26-AEE8E3F3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SLA 数值和赔付条款留待验收及双方协商，现阶段不承诺未经验证的可用性。</a:t>
            </a:r>
          </a:p>
        </p:txBody>
      </p:sp>
    </p:spTree>
    <p:extLst>
      <p:ext uri="{BB962C8B-B14F-4D97-AF65-F5344CB8AC3E}">
        <p14:creationId xmlns:p14="http://schemas.microsoft.com/office/powerpoint/2010/main" val="458387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