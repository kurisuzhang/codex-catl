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3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1"/>
    <p:restoredTop sz="90741"/>
  </p:normalViewPr>
  <p:slideViewPr>
    <p:cSldViewPr snapToGrid="0">
      <p:cViewPr>
        <p:scale>
          <a:sx n="104" d="100"/>
          <a:sy n="104" d="100"/>
        </p:scale>
        <p:origin x="912" y="-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C9C76C7-D268-466F-B975-CAC7AA6955F4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1066800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</a:t>
            </a:r>
          </a:p>
          <a:p>
            <a:pPr algn="l">
              <a:buNone/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Mini实验台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957712-3869-47D1-B6C8-150975DEFB6E}"/>
              </a:ext>
            </a:extLst>
          </p:cNvPr>
          <p:cNvSpPr>
            <a:spLocks noGrp="1"/>
          </p:cNvSpPr>
          <p:nvPr/>
        </p:nvSpPr>
        <p:spPr>
          <a:xfrm>
            <a:off x="704850" y="3667125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Token 生产与平台销售闭环验证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2E0F9-1202-4E1F-A382-09B8D202811B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107442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B0FA26-939A-4399-A1CB-24E198F0AAC0}"/>
              </a:ext>
            </a:extLst>
          </p:cNvPr>
          <p:cNvSpPr>
            <a:spLocks noGrp="1"/>
          </p:cNvSpPr>
          <p:nvPr/>
        </p:nvSpPr>
        <p:spPr>
          <a:xfrm>
            <a:off x="704850" y="54102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prepare:张帅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EC82D4-7E5E-457B-9393-F681EEFEBF23}"/>
              </a:ext>
            </a:extLst>
          </p:cNvPr>
          <p:cNvSpPr>
            <a:spLocks noGrp="1"/>
          </p:cNvSpPr>
          <p:nvPr/>
        </p:nvSpPr>
        <p:spPr>
          <a:xfrm>
            <a:off x="704850" y="5915025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2026年9月16日</a:t>
            </a:r>
          </a:p>
        </p:txBody>
      </p:sp>
    </p:spTree>
    <p:extLst>
      <p:ext uri="{BB962C8B-B14F-4D97-AF65-F5344CB8AC3E}">
        <p14:creationId xmlns:p14="http://schemas.microsoft.com/office/powerpoint/2010/main" val="113366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0C767F51-D921-4613-A3E8-7D5C19EDD967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83606D-7F35-417F-A607-681041AE99EA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技术验证与商业验证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5C3A04-78B6-42E6-B59D-5E1DD4AF1965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</a:t>
            </a:r>
            <a:r>
              <a:rPr lang="en-US"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硬件</a:t>
            </a: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设备与软件适配，到</a:t>
            </a:r>
            <a:r>
              <a:rPr lang="zh-CN" altLang="en-US"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模型</a:t>
            </a: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部署、压测、</a:t>
            </a:r>
            <a:r>
              <a:rPr lang="en-US" altLang="zh-CN"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</a:t>
            </a: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收入</a:t>
            </a:r>
            <a:r>
              <a:rPr lang="zh-CN" altLang="en-US"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测算</a:t>
            </a: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与</a:t>
            </a:r>
            <a:r>
              <a:rPr lang="zh-CN" altLang="en-US"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商业流程</a:t>
            </a: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DC9623-E62E-440B-AC22-3767335A51E5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F2532A-C4B6-4C71-B217-357C1E6465F4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5191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D90002-568E-48E0-B888-D7461FB58983}"/>
              </a:ext>
            </a:extLst>
          </p:cNvPr>
          <p:cNvSpPr>
            <a:spLocks noGrp="1"/>
          </p:cNvSpPr>
          <p:nvPr/>
        </p:nvSpPr>
        <p:spPr>
          <a:xfrm>
            <a:off x="571500" y="2543175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2FEF0E-F412-4750-98ED-CDD6481C1437}"/>
              </a:ext>
            </a:extLst>
          </p:cNvPr>
          <p:cNvSpPr>
            <a:spLocks noGrp="1"/>
          </p:cNvSpPr>
          <p:nvPr/>
        </p:nvSpPr>
        <p:spPr>
          <a:xfrm>
            <a:off x="5048250" y="2543175"/>
            <a:ext cx="762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03–04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CD5E6E-B791-4F45-9FE3-9DE2F4C8BBB7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5238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机柜布局、服务器配置与上架配套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9C2455-BD1C-42DB-A2B3-7D1BA9BE7AFA}"/>
              </a:ext>
            </a:extLst>
          </p:cNvPr>
          <p:cNvSpPr>
            <a:spLocks noGrp="1"/>
          </p:cNvSpPr>
          <p:nvPr/>
        </p:nvSpPr>
        <p:spPr>
          <a:xfrm>
            <a:off x="571500" y="3238500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0FA4BC-42CC-4714-AB21-21464A5B87F5}"/>
              </a:ext>
            </a:extLst>
          </p:cNvPr>
          <p:cNvSpPr>
            <a:spLocks noGrp="1"/>
          </p:cNvSpPr>
          <p:nvPr/>
        </p:nvSpPr>
        <p:spPr>
          <a:xfrm>
            <a:off x="5048250" y="3238500"/>
            <a:ext cx="762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C6D186-7381-4F5A-BD20-7B9F11FD5453}"/>
              </a:ext>
            </a:extLst>
          </p:cNvPr>
          <p:cNvSpPr>
            <a:spLocks noGrp="1"/>
          </p:cNvSpPr>
          <p:nvPr/>
        </p:nvSpPr>
        <p:spPr>
          <a:xfrm>
            <a:off x="571500" y="3552825"/>
            <a:ext cx="5238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业务、带外管理、RoCE 与存储连接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B8A862-3603-49AE-A6C3-D4F3ADC023E0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D479A6-45A9-4D44-86AE-CE199AE4848D}"/>
              </a:ext>
            </a:extLst>
          </p:cNvPr>
          <p:cNvSpPr>
            <a:spLocks noGrp="1"/>
          </p:cNvSpPr>
          <p:nvPr/>
        </p:nvSpPr>
        <p:spPr>
          <a:xfrm>
            <a:off x="5048250" y="3933825"/>
            <a:ext cx="762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06–07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3B3270-AFFC-451F-8D76-D63BB05FD4FC}"/>
              </a:ext>
            </a:extLst>
          </p:cNvPr>
          <p:cNvSpPr>
            <a:spLocks noGrp="1"/>
          </p:cNvSpPr>
          <p:nvPr/>
        </p:nvSpPr>
        <p:spPr>
          <a:xfrm>
            <a:off x="571500" y="4248150"/>
            <a:ext cx="5238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T4 / 910B 软件生态与模型部署支持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F055AD-D756-4DAB-9548-B74B3EB22CE8}"/>
              </a:ext>
            </a:extLst>
          </p:cNvPr>
          <p:cNvSpPr>
            <a:spLocks noGrp="1"/>
          </p:cNvSpPr>
          <p:nvPr/>
        </p:nvSpPr>
        <p:spPr>
          <a:xfrm>
            <a:off x="571500" y="4629150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838331-CD57-4A54-BA1A-B79C3233BC29}"/>
              </a:ext>
            </a:extLst>
          </p:cNvPr>
          <p:cNvSpPr>
            <a:spLocks noGrp="1"/>
          </p:cNvSpPr>
          <p:nvPr/>
        </p:nvSpPr>
        <p:spPr>
          <a:xfrm>
            <a:off x="5048250" y="4629150"/>
            <a:ext cx="762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08–09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F74EAA-6CEE-40AB-BAAA-4A6F9D72707B}"/>
              </a:ext>
            </a:extLst>
          </p:cNvPr>
          <p:cNvSpPr>
            <a:spLocks noGrp="1"/>
          </p:cNvSpPr>
          <p:nvPr/>
        </p:nvSpPr>
        <p:spPr>
          <a:xfrm>
            <a:off x="571500" y="4943475"/>
            <a:ext cx="5238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适配方法论与现有设备候选模型清单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A13200-752C-4942-A8CF-4C5E0BAFEA27}"/>
              </a:ext>
            </a:extLst>
          </p:cNvPr>
          <p:cNvSpPr>
            <a:spLocks noGrp="1"/>
          </p:cNvSpPr>
          <p:nvPr/>
        </p:nvSpPr>
        <p:spPr>
          <a:xfrm>
            <a:off x="571500" y="5324475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A3CBC4-CC81-4D8C-A430-A459401CB943}"/>
              </a:ext>
            </a:extLst>
          </p:cNvPr>
          <p:cNvSpPr>
            <a:spLocks noGrp="1"/>
          </p:cNvSpPr>
          <p:nvPr/>
        </p:nvSpPr>
        <p:spPr>
          <a:xfrm>
            <a:off x="5048250" y="5324475"/>
            <a:ext cx="762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2786F5-FC02-4C25-8A49-A8661D1C0EFF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5238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模型下载、环境准备、部署与验收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0F7AFF0-80B9-4115-923E-A0E7CE558273}"/>
              </a:ext>
            </a:extLst>
          </p:cNvPr>
          <p:cNvSpPr>
            <a:spLocks noGrp="1"/>
          </p:cNvSpPr>
          <p:nvPr/>
        </p:nvSpPr>
        <p:spPr>
          <a:xfrm>
            <a:off x="6429375" y="2543175"/>
            <a:ext cx="4333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F6A1CE-8DFB-42A9-9900-2337C0A301CC}"/>
              </a:ext>
            </a:extLst>
          </p:cNvPr>
          <p:cNvSpPr>
            <a:spLocks noGrp="1"/>
          </p:cNvSpPr>
          <p:nvPr/>
        </p:nvSpPr>
        <p:spPr>
          <a:xfrm>
            <a:off x="10858500" y="2543175"/>
            <a:ext cx="762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33362B-E191-4014-A6D6-A4C18809F70A}"/>
              </a:ext>
            </a:extLst>
          </p:cNvPr>
          <p:cNvSpPr>
            <a:spLocks noGrp="1"/>
          </p:cNvSpPr>
          <p:nvPr/>
        </p:nvSpPr>
        <p:spPr>
          <a:xfrm>
            <a:off x="6429375" y="2857500"/>
            <a:ext cx="5191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压测方法、最大并发与关键指标记录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4CB1BD-FA93-4745-8A3E-5D38911FD820}"/>
              </a:ext>
            </a:extLst>
          </p:cNvPr>
          <p:cNvSpPr>
            <a:spLocks noGrp="1"/>
          </p:cNvSpPr>
          <p:nvPr/>
        </p:nvSpPr>
        <p:spPr>
          <a:xfrm>
            <a:off x="6429375" y="3238500"/>
            <a:ext cx="4333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1FDEDEE-A9E9-4B4C-8FF6-DC08D1D7571F}"/>
              </a:ext>
            </a:extLst>
          </p:cNvPr>
          <p:cNvSpPr>
            <a:spLocks noGrp="1"/>
          </p:cNvSpPr>
          <p:nvPr/>
        </p:nvSpPr>
        <p:spPr>
          <a:xfrm>
            <a:off x="10858500" y="3238500"/>
            <a:ext cx="762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D1CD11F-8D33-4511-9685-ECD6B70410D1}"/>
              </a:ext>
            </a:extLst>
          </p:cNvPr>
          <p:cNvSpPr>
            <a:spLocks noGrp="1"/>
          </p:cNvSpPr>
          <p:nvPr/>
        </p:nvSpPr>
        <p:spPr>
          <a:xfrm>
            <a:off x="6429375" y="3552825"/>
            <a:ext cx="5191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文本收入公式与 DeepSeek 价格算例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F59E94-79BD-42B9-87CA-BF97E9DBFADE}"/>
              </a:ext>
            </a:extLst>
          </p:cNvPr>
          <p:cNvSpPr>
            <a:spLocks noGrp="1"/>
          </p:cNvSpPr>
          <p:nvPr/>
        </p:nvSpPr>
        <p:spPr>
          <a:xfrm>
            <a:off x="6429375" y="3933825"/>
            <a:ext cx="4333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B3B8F1E-71C5-4DA1-B6F1-4D182AC7CF86}"/>
              </a:ext>
            </a:extLst>
          </p:cNvPr>
          <p:cNvSpPr>
            <a:spLocks noGrp="1"/>
          </p:cNvSpPr>
          <p:nvPr/>
        </p:nvSpPr>
        <p:spPr>
          <a:xfrm>
            <a:off x="10858500" y="3933825"/>
            <a:ext cx="762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FA7AFDE-5508-40C0-81DF-0D828B9304D2}"/>
              </a:ext>
            </a:extLst>
          </p:cNvPr>
          <p:cNvSpPr>
            <a:spLocks noGrp="1"/>
          </p:cNvSpPr>
          <p:nvPr/>
        </p:nvSpPr>
        <p:spPr>
          <a:xfrm>
            <a:off x="6429375" y="4248150"/>
            <a:ext cx="5191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计量结算、服务承诺与责任边界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579470B-CEBD-4AB5-ABAB-526AFBC2A3C1}"/>
              </a:ext>
            </a:extLst>
          </p:cNvPr>
          <p:cNvSpPr>
            <a:spLocks noGrp="1"/>
          </p:cNvSpPr>
          <p:nvPr/>
        </p:nvSpPr>
        <p:spPr>
          <a:xfrm>
            <a:off x="6429375" y="4629150"/>
            <a:ext cx="4333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D60A1E0-5478-4640-B3FD-0F6F4BC06BF5}"/>
              </a:ext>
            </a:extLst>
          </p:cNvPr>
          <p:cNvSpPr>
            <a:spLocks noGrp="1"/>
          </p:cNvSpPr>
          <p:nvPr/>
        </p:nvSpPr>
        <p:spPr>
          <a:xfrm>
            <a:off x="10858500" y="4629150"/>
            <a:ext cx="762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A0BA8BB-B4CE-4DC7-8DDA-6846528D44C4}"/>
              </a:ext>
            </a:extLst>
          </p:cNvPr>
          <p:cNvSpPr>
            <a:spLocks noGrp="1"/>
          </p:cNvSpPr>
          <p:nvPr/>
        </p:nvSpPr>
        <p:spPr>
          <a:xfrm>
            <a:off x="6429375" y="4943475"/>
            <a:ext cx="5191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角色协作、凭证交接与闭环验收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9E9457-F901-421C-8009-5C28F622619D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6599E84-1983-42AB-95FC-C398067F7A14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D86AA18-D61C-4005-960C-3865225B3838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214301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矩形 209">
            <a:extLst>
              <a:ext uri="{FF2B5EF4-FFF2-40B4-BE49-F238E27FC236}">
                <a16:creationId xmlns:a16="http://schemas.microsoft.com/office/drawing/2014/main" id="{B7E1D9AB-8611-45C6-AA7E-6DE97EE491B3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4FAE1B-D0FA-43C4-9B36-6194D2CCDA42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机柜布局与服务器配置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91D231-B8A7-478F-A6DC-53BBB49EF8A8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台服务器分布于 3 个机柜：2台910B、6台T4、6台通算。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218822-1080-4912-AEC5-152CBF2779F1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C3E74F-DB49-4B8B-8923-81FCE7005036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E4AF46-EB50-4779-A0F4-D626574DAA5C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DD147D-5D1C-42DC-A335-4F621EC3CE48}"/>
              </a:ext>
            </a:extLst>
          </p:cNvPr>
          <p:cNvSpPr>
            <a:spLocks noGrp="1"/>
          </p:cNvSpPr>
          <p:nvPr/>
        </p:nvSpPr>
        <p:spPr>
          <a:xfrm>
            <a:off x="590550" y="1895475"/>
            <a:ext cx="47720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机柜布局</a:t>
            </a:r>
            <a:r>
              <a:rPr lang="zh-CN" altLang="en-US"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图</a:t>
            </a:r>
            <a:endParaRPr sz="1725" b="1">
              <a:solidFill>
                <a:srgbClr val="12304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531EE3-4B8A-4093-ACBB-4AE7C5ACFC13}"/>
              </a:ext>
            </a:extLst>
          </p:cNvPr>
          <p:cNvSpPr>
            <a:spLocks noGrp="1"/>
          </p:cNvSpPr>
          <p:nvPr/>
        </p:nvSpPr>
        <p:spPr>
          <a:xfrm>
            <a:off x="628650" y="2371725"/>
            <a:ext cx="1409700" cy="2838450"/>
          </a:xfrm>
          <a:prstGeom prst="rect">
            <a:avLst/>
          </a:prstGeom>
          <a:solidFill>
            <a:srgbClr val="DCE5EB"/>
          </a:solidFill>
          <a:ln w="9525">
            <a:solidFill>
              <a:srgbClr val="DCE5EB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5463A6-044D-4845-B8B7-A1FC77381804}"/>
              </a:ext>
            </a:extLst>
          </p:cNvPr>
          <p:cNvSpPr>
            <a:spLocks noGrp="1"/>
          </p:cNvSpPr>
          <p:nvPr/>
        </p:nvSpPr>
        <p:spPr>
          <a:xfrm>
            <a:off x="590550" y="2276475"/>
            <a:ext cx="1447800" cy="2905125"/>
          </a:xfrm>
          <a:prstGeom prst="rect">
            <a:avLst/>
          </a:prstGeom>
          <a:solidFill>
            <a:srgbClr val="263F50"/>
          </a:solidFill>
          <a:ln w="9525">
            <a:solidFill>
              <a:srgbClr val="263F50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2D8069-BD0C-4F02-8D34-0D17F05B9911}"/>
              </a:ext>
            </a:extLst>
          </p:cNvPr>
          <p:cNvSpPr>
            <a:spLocks noGrp="1"/>
          </p:cNvSpPr>
          <p:nvPr/>
        </p:nvSpPr>
        <p:spPr>
          <a:xfrm>
            <a:off x="647700" y="2724150"/>
            <a:ext cx="1333500" cy="2371725"/>
          </a:xfrm>
          <a:prstGeom prst="rect">
            <a:avLst/>
          </a:prstGeom>
          <a:solidFill>
            <a:srgbClr val="142C3C"/>
          </a:solidFill>
          <a:ln w="9525">
            <a:solidFill>
              <a:srgbClr val="142C3C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47A505-FB41-46D5-BA33-7158EABB9BFE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1295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194DB7-FD4E-4968-B8AD-D9902DC1D00D}"/>
              </a:ext>
            </a:extLst>
          </p:cNvPr>
          <p:cNvSpPr>
            <a:spLocks noGrp="1"/>
          </p:cNvSpPr>
          <p:nvPr/>
        </p:nvSpPr>
        <p:spPr>
          <a:xfrm>
            <a:off x="628650" y="2590800"/>
            <a:ext cx="1371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42F3AC-FC79-4CE6-8F3B-5985A6C55FAD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66675" cy="2190750"/>
          </a:xfrm>
          <a:prstGeom prst="rect">
            <a:avLst/>
          </a:prstGeom>
          <a:solidFill>
            <a:srgbClr val="6C808D"/>
          </a:solidFill>
          <a:ln w="9525">
            <a:solidFill>
              <a:srgbClr val="6C808D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467E5D-5938-42B6-B089-2D169B4CFE05}"/>
              </a:ext>
            </a:extLst>
          </p:cNvPr>
          <p:cNvSpPr>
            <a:spLocks noGrp="1"/>
          </p:cNvSpPr>
          <p:nvPr/>
        </p:nvSpPr>
        <p:spPr>
          <a:xfrm>
            <a:off x="1895475" y="2838450"/>
            <a:ext cx="66675" cy="2190750"/>
          </a:xfrm>
          <a:prstGeom prst="rect">
            <a:avLst/>
          </a:prstGeom>
          <a:solidFill>
            <a:srgbClr val="6C808D"/>
          </a:solidFill>
          <a:ln w="9525">
            <a:solidFill>
              <a:srgbClr val="6C808D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7AF6EB-1C25-4E30-85EF-0602151A2C96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CC23EE-307A-4E5E-89F5-839DCB6F3071}"/>
              </a:ext>
            </a:extLst>
          </p:cNvPr>
          <p:cNvSpPr>
            <a:spLocks noGrp="1"/>
          </p:cNvSpPr>
          <p:nvPr/>
        </p:nvSpPr>
        <p:spPr>
          <a:xfrm>
            <a:off x="1914525" y="29051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84E30AC-890E-40F9-B7E9-6F420B794513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16150E-E2D1-4314-B0EC-3B5E969EE9A6}"/>
              </a:ext>
            </a:extLst>
          </p:cNvPr>
          <p:cNvSpPr>
            <a:spLocks noGrp="1"/>
          </p:cNvSpPr>
          <p:nvPr/>
        </p:nvSpPr>
        <p:spPr>
          <a:xfrm>
            <a:off x="1914525" y="30384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8594AE-F3FF-4541-B7A2-A5D53BA4853C}"/>
              </a:ext>
            </a:extLst>
          </p:cNvPr>
          <p:cNvSpPr>
            <a:spLocks noGrp="1"/>
          </p:cNvSpPr>
          <p:nvPr/>
        </p:nvSpPr>
        <p:spPr>
          <a:xfrm>
            <a:off x="685800" y="31718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65A0B4A-EF1E-4DDB-A644-BBBDCC28B91A}"/>
              </a:ext>
            </a:extLst>
          </p:cNvPr>
          <p:cNvSpPr>
            <a:spLocks noGrp="1"/>
          </p:cNvSpPr>
          <p:nvPr/>
        </p:nvSpPr>
        <p:spPr>
          <a:xfrm>
            <a:off x="1914525" y="31718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17F825-3CD1-4EC2-8B8A-0ABBB03E5B27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5C586B-1B5F-4DC6-BFDB-8A3E2F1219D1}"/>
              </a:ext>
            </a:extLst>
          </p:cNvPr>
          <p:cNvSpPr>
            <a:spLocks noGrp="1"/>
          </p:cNvSpPr>
          <p:nvPr/>
        </p:nvSpPr>
        <p:spPr>
          <a:xfrm>
            <a:off x="1914525" y="33051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4C88C4-E0C3-4B10-975E-A1ED00800B79}"/>
              </a:ext>
            </a:extLst>
          </p:cNvPr>
          <p:cNvSpPr>
            <a:spLocks noGrp="1"/>
          </p:cNvSpPr>
          <p:nvPr/>
        </p:nvSpPr>
        <p:spPr>
          <a:xfrm>
            <a:off x="685800" y="34385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2660EA0-77EF-4207-BF39-ACE2233F1668}"/>
              </a:ext>
            </a:extLst>
          </p:cNvPr>
          <p:cNvSpPr>
            <a:spLocks noGrp="1"/>
          </p:cNvSpPr>
          <p:nvPr/>
        </p:nvSpPr>
        <p:spPr>
          <a:xfrm>
            <a:off x="1914525" y="34385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5695051-C815-4ECF-B7BE-7BA404998628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AE21D72-EBF6-477D-9450-9773CAF9DC2E}"/>
              </a:ext>
            </a:extLst>
          </p:cNvPr>
          <p:cNvSpPr>
            <a:spLocks noGrp="1"/>
          </p:cNvSpPr>
          <p:nvPr/>
        </p:nvSpPr>
        <p:spPr>
          <a:xfrm>
            <a:off x="1914525" y="35718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2CE50F-6A51-4F6D-940F-78197B2BA85F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B5D0DD-48BD-4B9D-AE5F-AF6ED17F9171}"/>
              </a:ext>
            </a:extLst>
          </p:cNvPr>
          <p:cNvSpPr>
            <a:spLocks noGrp="1"/>
          </p:cNvSpPr>
          <p:nvPr/>
        </p:nvSpPr>
        <p:spPr>
          <a:xfrm>
            <a:off x="1914525" y="37052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4896429-2C5C-4B12-AB42-4ED0E881DAA2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1D4706B-C809-4CF9-BF43-C9A492DDEC76}"/>
              </a:ext>
            </a:extLst>
          </p:cNvPr>
          <p:cNvSpPr>
            <a:spLocks noGrp="1"/>
          </p:cNvSpPr>
          <p:nvPr/>
        </p:nvSpPr>
        <p:spPr>
          <a:xfrm>
            <a:off x="1914525" y="38385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36AA61-AAEF-40CB-AD9F-095DB06DF0C0}"/>
              </a:ext>
            </a:extLst>
          </p:cNvPr>
          <p:cNvSpPr>
            <a:spLocks noGrp="1"/>
          </p:cNvSpPr>
          <p:nvPr/>
        </p:nvSpPr>
        <p:spPr>
          <a:xfrm>
            <a:off x="685800" y="39719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75E6F9B-2D49-4D37-840B-C7CB46CC2907}"/>
              </a:ext>
            </a:extLst>
          </p:cNvPr>
          <p:cNvSpPr>
            <a:spLocks noGrp="1"/>
          </p:cNvSpPr>
          <p:nvPr/>
        </p:nvSpPr>
        <p:spPr>
          <a:xfrm>
            <a:off x="1914525" y="39719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25D087E-9B9F-4982-A930-5348FAB18CBA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10EDBC6-5B80-47AF-8F44-3E7F92DD2D9F}"/>
              </a:ext>
            </a:extLst>
          </p:cNvPr>
          <p:cNvSpPr>
            <a:spLocks noGrp="1"/>
          </p:cNvSpPr>
          <p:nvPr/>
        </p:nvSpPr>
        <p:spPr>
          <a:xfrm>
            <a:off x="1914525" y="41052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4C95E58-C779-40D3-90D5-8FAADA760064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8FC3DF7-D451-46AE-9A63-24EC91954113}"/>
              </a:ext>
            </a:extLst>
          </p:cNvPr>
          <p:cNvSpPr>
            <a:spLocks noGrp="1"/>
          </p:cNvSpPr>
          <p:nvPr/>
        </p:nvSpPr>
        <p:spPr>
          <a:xfrm>
            <a:off x="1914525" y="42386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2432D85-4E97-4C08-877B-E349CABD5F9A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57C217B-35A8-4338-A422-660B823104DC}"/>
              </a:ext>
            </a:extLst>
          </p:cNvPr>
          <p:cNvSpPr>
            <a:spLocks noGrp="1"/>
          </p:cNvSpPr>
          <p:nvPr/>
        </p:nvSpPr>
        <p:spPr>
          <a:xfrm>
            <a:off x="1914525" y="43719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1245BB4-FBE1-42B2-B762-EFFA469D7489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D5EA145-AFD3-4453-B7F7-93324AFD6D09}"/>
              </a:ext>
            </a:extLst>
          </p:cNvPr>
          <p:cNvSpPr>
            <a:spLocks noGrp="1"/>
          </p:cNvSpPr>
          <p:nvPr/>
        </p:nvSpPr>
        <p:spPr>
          <a:xfrm>
            <a:off x="1914525" y="45053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49A22F7-F21A-4BC4-A077-C21C1D03DA03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DDD062B-1737-466A-AA83-561E72FDD2E5}"/>
              </a:ext>
            </a:extLst>
          </p:cNvPr>
          <p:cNvSpPr>
            <a:spLocks noGrp="1"/>
          </p:cNvSpPr>
          <p:nvPr/>
        </p:nvSpPr>
        <p:spPr>
          <a:xfrm>
            <a:off x="1914525" y="46386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883A7A-0E92-46DF-9173-3B7D59300B0D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BD79E68-8E93-4A33-9B4C-8E83071BBFEF}"/>
              </a:ext>
            </a:extLst>
          </p:cNvPr>
          <p:cNvSpPr>
            <a:spLocks noGrp="1"/>
          </p:cNvSpPr>
          <p:nvPr/>
        </p:nvSpPr>
        <p:spPr>
          <a:xfrm>
            <a:off x="1914525" y="47720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8C34CE5-7DE9-4B65-B7AD-E43B5B2393B6}"/>
              </a:ext>
            </a:extLst>
          </p:cNvPr>
          <p:cNvSpPr>
            <a:spLocks noGrp="1"/>
          </p:cNvSpPr>
          <p:nvPr/>
        </p:nvSpPr>
        <p:spPr>
          <a:xfrm>
            <a:off x="685800" y="49053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A78351F-7130-4237-8840-6FC190277970}"/>
              </a:ext>
            </a:extLst>
          </p:cNvPr>
          <p:cNvSpPr>
            <a:spLocks noGrp="1"/>
          </p:cNvSpPr>
          <p:nvPr/>
        </p:nvSpPr>
        <p:spPr>
          <a:xfrm>
            <a:off x="1914525" y="49053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5A8464C-5F2A-462A-AC63-9E2DA2C40CD3}"/>
              </a:ext>
            </a:extLst>
          </p:cNvPr>
          <p:cNvSpPr>
            <a:spLocks noGrp="1"/>
          </p:cNvSpPr>
          <p:nvPr/>
        </p:nvSpPr>
        <p:spPr>
          <a:xfrm>
            <a:off x="762000" y="2886075"/>
            <a:ext cx="1104900" cy="619125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F2BDFC-C557-4972-9CF4-7F25C39B0032}"/>
              </a:ext>
            </a:extLst>
          </p:cNvPr>
          <p:cNvSpPr>
            <a:spLocks noGrp="1"/>
          </p:cNvSpPr>
          <p:nvPr/>
        </p:nvSpPr>
        <p:spPr>
          <a:xfrm>
            <a:off x="762000" y="2886075"/>
            <a:ext cx="38100" cy="619125"/>
          </a:xfrm>
          <a:prstGeom prst="rect">
            <a:avLst/>
          </a:prstGeom>
          <a:solidFill>
            <a:srgbClr val="008E9C"/>
          </a:solidFill>
          <a:ln w="9525">
            <a:solidFill>
              <a:srgbClr val="008E9C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6C1DC2E-AEC0-4C56-9DD2-11E35F3FA458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28575" cy="485775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39332F4-42AE-4843-BE56-679BED26B228}"/>
              </a:ext>
            </a:extLst>
          </p:cNvPr>
          <p:cNvSpPr>
            <a:spLocks noGrp="1"/>
          </p:cNvSpPr>
          <p:nvPr/>
        </p:nvSpPr>
        <p:spPr>
          <a:xfrm>
            <a:off x="904875" y="2895600"/>
            <a:ext cx="8667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910B-1</a:t>
            </a:r>
          </a:p>
          <a:p>
            <a:pPr algn="ctr">
              <a:buNone/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4E19568-5386-4BAD-9331-A8DFD21B8C7D}"/>
              </a:ext>
            </a:extLst>
          </p:cNvPr>
          <p:cNvSpPr>
            <a:spLocks noGrp="1"/>
          </p:cNvSpPr>
          <p:nvPr/>
        </p:nvSpPr>
        <p:spPr>
          <a:xfrm>
            <a:off x="1800225" y="2962275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8723A2D-C498-4250-B8CD-4062F5641921}"/>
              </a:ext>
            </a:extLst>
          </p:cNvPr>
          <p:cNvSpPr>
            <a:spLocks noGrp="1"/>
          </p:cNvSpPr>
          <p:nvPr/>
        </p:nvSpPr>
        <p:spPr>
          <a:xfrm>
            <a:off x="762000" y="3562350"/>
            <a:ext cx="1104900" cy="3238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D00794-7674-4B9E-A5A0-5B85F1B682E2}"/>
              </a:ext>
            </a:extLst>
          </p:cNvPr>
          <p:cNvSpPr>
            <a:spLocks noGrp="1"/>
          </p:cNvSpPr>
          <p:nvPr/>
        </p:nvSpPr>
        <p:spPr>
          <a:xfrm>
            <a:off x="762000" y="3562350"/>
            <a:ext cx="38100" cy="3238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49D309C-4930-4C05-BF94-1B35A6DCF351}"/>
              </a:ext>
            </a:extLst>
          </p:cNvPr>
          <p:cNvSpPr>
            <a:spLocks noGrp="1"/>
          </p:cNvSpPr>
          <p:nvPr/>
        </p:nvSpPr>
        <p:spPr>
          <a:xfrm>
            <a:off x="838200" y="3629025"/>
            <a:ext cx="28575" cy="1905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3B894BB-2797-4907-A2E1-F90A50DD7A7E}"/>
              </a:ext>
            </a:extLst>
          </p:cNvPr>
          <p:cNvSpPr>
            <a:spLocks noGrp="1"/>
          </p:cNvSpPr>
          <p:nvPr/>
        </p:nvSpPr>
        <p:spPr>
          <a:xfrm>
            <a:off x="904875" y="3571875"/>
            <a:ext cx="8667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T4-1  8 卡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EB1F1E3-F1B1-4189-BE7E-7714405B883B}"/>
              </a:ext>
            </a:extLst>
          </p:cNvPr>
          <p:cNvSpPr>
            <a:spLocks noGrp="1"/>
          </p:cNvSpPr>
          <p:nvPr/>
        </p:nvSpPr>
        <p:spPr>
          <a:xfrm>
            <a:off x="1800225" y="3638550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56B0B9F-57A9-4ECC-AC62-20A57A48991F}"/>
              </a:ext>
            </a:extLst>
          </p:cNvPr>
          <p:cNvSpPr>
            <a:spLocks noGrp="1"/>
          </p:cNvSpPr>
          <p:nvPr/>
        </p:nvSpPr>
        <p:spPr>
          <a:xfrm>
            <a:off x="762000" y="3933825"/>
            <a:ext cx="1104900" cy="3238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329EEAE-A968-47C2-8594-583C00969E8A}"/>
              </a:ext>
            </a:extLst>
          </p:cNvPr>
          <p:cNvSpPr>
            <a:spLocks noGrp="1"/>
          </p:cNvSpPr>
          <p:nvPr/>
        </p:nvSpPr>
        <p:spPr>
          <a:xfrm>
            <a:off x="762000" y="3933825"/>
            <a:ext cx="38100" cy="3238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5AFD4DA-1F1D-4B79-B0A6-9712C4EDBB5D}"/>
              </a:ext>
            </a:extLst>
          </p:cNvPr>
          <p:cNvSpPr>
            <a:spLocks noGrp="1"/>
          </p:cNvSpPr>
          <p:nvPr/>
        </p:nvSpPr>
        <p:spPr>
          <a:xfrm>
            <a:off x="838200" y="4000500"/>
            <a:ext cx="28575" cy="1905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683723E-8B2F-4EEC-87DE-AEFD8ACD72D4}"/>
              </a:ext>
            </a:extLst>
          </p:cNvPr>
          <p:cNvSpPr>
            <a:spLocks noGrp="1"/>
          </p:cNvSpPr>
          <p:nvPr/>
        </p:nvSpPr>
        <p:spPr>
          <a:xfrm>
            <a:off x="904875" y="3943350"/>
            <a:ext cx="8667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T4-2  8 卡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849CA34-D00C-4506-ADE1-586048A929D0}"/>
              </a:ext>
            </a:extLst>
          </p:cNvPr>
          <p:cNvSpPr>
            <a:spLocks noGrp="1"/>
          </p:cNvSpPr>
          <p:nvPr/>
        </p:nvSpPr>
        <p:spPr>
          <a:xfrm>
            <a:off x="1800225" y="4010025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7E8C98F-9C2A-47D3-9F75-6B34DD89596C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1104900" cy="3238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9CDCC13-A56A-47C3-AC42-09423217370C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38100" cy="3238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A02D307-5658-465C-9E9D-5D02260641C1}"/>
              </a:ext>
            </a:extLst>
          </p:cNvPr>
          <p:cNvSpPr>
            <a:spLocks noGrp="1"/>
          </p:cNvSpPr>
          <p:nvPr/>
        </p:nvSpPr>
        <p:spPr>
          <a:xfrm>
            <a:off x="838200" y="4371975"/>
            <a:ext cx="28575" cy="1905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7DBEA34-C84E-4FDA-8AA9-D0B0BE4FF80D}"/>
              </a:ext>
            </a:extLst>
          </p:cNvPr>
          <p:cNvSpPr>
            <a:spLocks noGrp="1"/>
          </p:cNvSpPr>
          <p:nvPr/>
        </p:nvSpPr>
        <p:spPr>
          <a:xfrm>
            <a:off x="904875" y="4314825"/>
            <a:ext cx="8667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T4-3  8 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3D6384D-3227-471A-ACF0-49491B3BD064}"/>
              </a:ext>
            </a:extLst>
          </p:cNvPr>
          <p:cNvSpPr>
            <a:spLocks noGrp="1"/>
          </p:cNvSpPr>
          <p:nvPr/>
        </p:nvSpPr>
        <p:spPr>
          <a:xfrm>
            <a:off x="1800225" y="4381500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B138B86-74CD-4B40-B0C5-CCFD8855B33A}"/>
              </a:ext>
            </a:extLst>
          </p:cNvPr>
          <p:cNvSpPr>
            <a:spLocks noGrp="1"/>
          </p:cNvSpPr>
          <p:nvPr/>
        </p:nvSpPr>
        <p:spPr>
          <a:xfrm>
            <a:off x="781050" y="4733925"/>
            <a:ext cx="1066800" cy="28575"/>
          </a:xfrm>
          <a:prstGeom prst="rect">
            <a:avLst/>
          </a:prstGeom>
          <a:solidFill>
            <a:srgbClr val="42596A"/>
          </a:solidFill>
          <a:ln w="9525">
            <a:solidFill>
              <a:srgbClr val="42596A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734FBB-86E6-4795-A81C-ED57D2E4D2BD}"/>
              </a:ext>
            </a:extLst>
          </p:cNvPr>
          <p:cNvSpPr>
            <a:spLocks noGrp="1"/>
          </p:cNvSpPr>
          <p:nvPr/>
        </p:nvSpPr>
        <p:spPr>
          <a:xfrm>
            <a:off x="781050" y="4810125"/>
            <a:ext cx="1066800" cy="28575"/>
          </a:xfrm>
          <a:prstGeom prst="rect">
            <a:avLst/>
          </a:prstGeom>
          <a:solidFill>
            <a:srgbClr val="42596A"/>
          </a:solidFill>
          <a:ln w="9525">
            <a:solidFill>
              <a:srgbClr val="42596A"/>
            </a:solidFill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830EFC3-C45C-42F1-BC34-AC2B471B50F7}"/>
              </a:ext>
            </a:extLst>
          </p:cNvPr>
          <p:cNvSpPr>
            <a:spLocks noGrp="1"/>
          </p:cNvSpPr>
          <p:nvPr/>
        </p:nvSpPr>
        <p:spPr>
          <a:xfrm>
            <a:off x="781050" y="4886325"/>
            <a:ext cx="1066800" cy="28575"/>
          </a:xfrm>
          <a:prstGeom prst="rect">
            <a:avLst/>
          </a:prstGeom>
          <a:solidFill>
            <a:srgbClr val="42596A"/>
          </a:solidFill>
          <a:ln w="9525">
            <a:solidFill>
              <a:srgbClr val="42596A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A478F1C-A11F-4886-88CD-016E4D78EF89}"/>
              </a:ext>
            </a:extLst>
          </p:cNvPr>
          <p:cNvSpPr>
            <a:spLocks noGrp="1"/>
          </p:cNvSpPr>
          <p:nvPr/>
        </p:nvSpPr>
        <p:spPr>
          <a:xfrm>
            <a:off x="733425" y="5181600"/>
            <a:ext cx="238125" cy="47625"/>
          </a:xfrm>
          <a:prstGeom prst="rect">
            <a:avLst/>
          </a:prstGeom>
          <a:solidFill>
            <a:srgbClr val="263F50"/>
          </a:solidFill>
          <a:ln w="9525">
            <a:solidFill>
              <a:srgbClr val="263F50"/>
            </a:solidFill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4F49EF3-A59B-4B9B-B987-DDEACE4EC7F3}"/>
              </a:ext>
            </a:extLst>
          </p:cNvPr>
          <p:cNvSpPr>
            <a:spLocks noGrp="1"/>
          </p:cNvSpPr>
          <p:nvPr/>
        </p:nvSpPr>
        <p:spPr>
          <a:xfrm>
            <a:off x="1657350" y="5181600"/>
            <a:ext cx="238125" cy="47625"/>
          </a:xfrm>
          <a:prstGeom prst="rect">
            <a:avLst/>
          </a:prstGeom>
          <a:solidFill>
            <a:srgbClr val="263F50"/>
          </a:solidFill>
          <a:ln w="9525">
            <a:solidFill>
              <a:srgbClr val="263F50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C37B302-E0E6-4CD5-8E45-6E55458E8670}"/>
              </a:ext>
            </a:extLst>
          </p:cNvPr>
          <p:cNvSpPr>
            <a:spLocks noGrp="1"/>
          </p:cNvSpPr>
          <p:nvPr/>
        </p:nvSpPr>
        <p:spPr>
          <a:xfrm>
            <a:off x="2209800" y="2371725"/>
            <a:ext cx="1409700" cy="2838450"/>
          </a:xfrm>
          <a:prstGeom prst="rect">
            <a:avLst/>
          </a:prstGeom>
          <a:solidFill>
            <a:srgbClr val="DCE5EB"/>
          </a:solidFill>
          <a:ln w="9525">
            <a:solidFill>
              <a:srgbClr val="DCE5EB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8F96210-97B7-4A62-B68C-5D45882CB288}"/>
              </a:ext>
            </a:extLst>
          </p:cNvPr>
          <p:cNvSpPr>
            <a:spLocks noGrp="1"/>
          </p:cNvSpPr>
          <p:nvPr/>
        </p:nvSpPr>
        <p:spPr>
          <a:xfrm>
            <a:off x="2171700" y="2276475"/>
            <a:ext cx="1447800" cy="2905125"/>
          </a:xfrm>
          <a:prstGeom prst="rect">
            <a:avLst/>
          </a:prstGeom>
          <a:solidFill>
            <a:srgbClr val="263F50"/>
          </a:solidFill>
          <a:ln w="9525">
            <a:solidFill>
              <a:srgbClr val="263F50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C9E4288-C391-4FC3-8E10-57479BCF24C1}"/>
              </a:ext>
            </a:extLst>
          </p:cNvPr>
          <p:cNvSpPr>
            <a:spLocks noGrp="1"/>
          </p:cNvSpPr>
          <p:nvPr/>
        </p:nvSpPr>
        <p:spPr>
          <a:xfrm>
            <a:off x="2228850" y="2724150"/>
            <a:ext cx="1333500" cy="2371725"/>
          </a:xfrm>
          <a:prstGeom prst="rect">
            <a:avLst/>
          </a:prstGeom>
          <a:solidFill>
            <a:srgbClr val="142C3C"/>
          </a:solidFill>
          <a:ln w="9525">
            <a:solidFill>
              <a:srgbClr val="142C3C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5DCD667-84D0-409F-8ECB-2258C23E7832}"/>
              </a:ext>
            </a:extLst>
          </p:cNvPr>
          <p:cNvSpPr>
            <a:spLocks noGrp="1"/>
          </p:cNvSpPr>
          <p:nvPr/>
        </p:nvSpPr>
        <p:spPr>
          <a:xfrm>
            <a:off x="2247900" y="2343150"/>
            <a:ext cx="1295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B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D8A63C5-9431-4E05-A8F2-152AE1A2F554}"/>
              </a:ext>
            </a:extLst>
          </p:cNvPr>
          <p:cNvSpPr>
            <a:spLocks noGrp="1"/>
          </p:cNvSpPr>
          <p:nvPr/>
        </p:nvSpPr>
        <p:spPr>
          <a:xfrm>
            <a:off x="2209800" y="2590800"/>
            <a:ext cx="1371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BB1C501-8307-45A0-9598-6A52995FD5B8}"/>
              </a:ext>
            </a:extLst>
          </p:cNvPr>
          <p:cNvSpPr>
            <a:spLocks noGrp="1"/>
          </p:cNvSpPr>
          <p:nvPr/>
        </p:nvSpPr>
        <p:spPr>
          <a:xfrm>
            <a:off x="2247900" y="2838450"/>
            <a:ext cx="66675" cy="2190750"/>
          </a:xfrm>
          <a:prstGeom prst="rect">
            <a:avLst/>
          </a:prstGeom>
          <a:solidFill>
            <a:srgbClr val="6C808D"/>
          </a:solidFill>
          <a:ln w="9525">
            <a:solidFill>
              <a:srgbClr val="6C808D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F92653B-B2EF-4FCB-837C-7148C242EF4C}"/>
              </a:ext>
            </a:extLst>
          </p:cNvPr>
          <p:cNvSpPr>
            <a:spLocks noGrp="1"/>
          </p:cNvSpPr>
          <p:nvPr/>
        </p:nvSpPr>
        <p:spPr>
          <a:xfrm>
            <a:off x="3476625" y="2838450"/>
            <a:ext cx="66675" cy="2190750"/>
          </a:xfrm>
          <a:prstGeom prst="rect">
            <a:avLst/>
          </a:prstGeom>
          <a:solidFill>
            <a:srgbClr val="6C808D"/>
          </a:solidFill>
          <a:ln w="9525">
            <a:solidFill>
              <a:srgbClr val="6C808D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E9C9537-4802-467E-B1C0-FDA15FC8E131}"/>
              </a:ext>
            </a:extLst>
          </p:cNvPr>
          <p:cNvSpPr>
            <a:spLocks noGrp="1"/>
          </p:cNvSpPr>
          <p:nvPr/>
        </p:nvSpPr>
        <p:spPr>
          <a:xfrm>
            <a:off x="2266950" y="29051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E66754A-8DB0-4550-A724-558AB7B4FF91}"/>
              </a:ext>
            </a:extLst>
          </p:cNvPr>
          <p:cNvSpPr>
            <a:spLocks noGrp="1"/>
          </p:cNvSpPr>
          <p:nvPr/>
        </p:nvSpPr>
        <p:spPr>
          <a:xfrm>
            <a:off x="3495675" y="29051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7F3D932-3B8E-46B1-A82B-8EF2EC95BC01}"/>
              </a:ext>
            </a:extLst>
          </p:cNvPr>
          <p:cNvSpPr>
            <a:spLocks noGrp="1"/>
          </p:cNvSpPr>
          <p:nvPr/>
        </p:nvSpPr>
        <p:spPr>
          <a:xfrm>
            <a:off x="2266950" y="30384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4BE7EC4-0ACF-42DE-8641-9843F19E94B8}"/>
              </a:ext>
            </a:extLst>
          </p:cNvPr>
          <p:cNvSpPr>
            <a:spLocks noGrp="1"/>
          </p:cNvSpPr>
          <p:nvPr/>
        </p:nvSpPr>
        <p:spPr>
          <a:xfrm>
            <a:off x="3495675" y="30384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E0A3168-07DA-411C-88D9-49CE5C241F21}"/>
              </a:ext>
            </a:extLst>
          </p:cNvPr>
          <p:cNvSpPr>
            <a:spLocks noGrp="1"/>
          </p:cNvSpPr>
          <p:nvPr/>
        </p:nvSpPr>
        <p:spPr>
          <a:xfrm>
            <a:off x="2266950" y="31718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B52C68F-8EBB-43E4-A7A4-970C1AEBAE3D}"/>
              </a:ext>
            </a:extLst>
          </p:cNvPr>
          <p:cNvSpPr>
            <a:spLocks noGrp="1"/>
          </p:cNvSpPr>
          <p:nvPr/>
        </p:nvSpPr>
        <p:spPr>
          <a:xfrm>
            <a:off x="3495675" y="31718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AE1DAF1-4D37-4170-80E3-27AD35005282}"/>
              </a:ext>
            </a:extLst>
          </p:cNvPr>
          <p:cNvSpPr>
            <a:spLocks noGrp="1"/>
          </p:cNvSpPr>
          <p:nvPr/>
        </p:nvSpPr>
        <p:spPr>
          <a:xfrm>
            <a:off x="2266950" y="33051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3FD4C75-74F9-4104-8BBD-F8CB007C6358}"/>
              </a:ext>
            </a:extLst>
          </p:cNvPr>
          <p:cNvSpPr>
            <a:spLocks noGrp="1"/>
          </p:cNvSpPr>
          <p:nvPr/>
        </p:nvSpPr>
        <p:spPr>
          <a:xfrm>
            <a:off x="3495675" y="33051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F003959-0289-4272-9EC9-93618A883214}"/>
              </a:ext>
            </a:extLst>
          </p:cNvPr>
          <p:cNvSpPr>
            <a:spLocks noGrp="1"/>
          </p:cNvSpPr>
          <p:nvPr/>
        </p:nvSpPr>
        <p:spPr>
          <a:xfrm>
            <a:off x="2266950" y="34385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44664984-615B-4BF9-AD84-749EE91E8C1A}"/>
              </a:ext>
            </a:extLst>
          </p:cNvPr>
          <p:cNvSpPr>
            <a:spLocks noGrp="1"/>
          </p:cNvSpPr>
          <p:nvPr/>
        </p:nvSpPr>
        <p:spPr>
          <a:xfrm>
            <a:off x="3495675" y="34385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B9DB99C3-3A27-4E2C-A92E-BAA0FFB7A9D8}"/>
              </a:ext>
            </a:extLst>
          </p:cNvPr>
          <p:cNvSpPr>
            <a:spLocks noGrp="1"/>
          </p:cNvSpPr>
          <p:nvPr/>
        </p:nvSpPr>
        <p:spPr>
          <a:xfrm>
            <a:off x="2266950" y="35718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BD08F98-9B48-493D-8787-E254B041F965}"/>
              </a:ext>
            </a:extLst>
          </p:cNvPr>
          <p:cNvSpPr>
            <a:spLocks noGrp="1"/>
          </p:cNvSpPr>
          <p:nvPr/>
        </p:nvSpPr>
        <p:spPr>
          <a:xfrm>
            <a:off x="3495675" y="35718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08C5F84-AF59-4B87-9746-2017FBBF2F63}"/>
              </a:ext>
            </a:extLst>
          </p:cNvPr>
          <p:cNvSpPr>
            <a:spLocks noGrp="1"/>
          </p:cNvSpPr>
          <p:nvPr/>
        </p:nvSpPr>
        <p:spPr>
          <a:xfrm>
            <a:off x="2266950" y="37052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8AB82A7-2A50-4D1F-B696-38127DE505F7}"/>
              </a:ext>
            </a:extLst>
          </p:cNvPr>
          <p:cNvSpPr>
            <a:spLocks noGrp="1"/>
          </p:cNvSpPr>
          <p:nvPr/>
        </p:nvSpPr>
        <p:spPr>
          <a:xfrm>
            <a:off x="3495675" y="37052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1BEED63-4406-4003-9430-7B44FFE4BA12}"/>
              </a:ext>
            </a:extLst>
          </p:cNvPr>
          <p:cNvSpPr>
            <a:spLocks noGrp="1"/>
          </p:cNvSpPr>
          <p:nvPr/>
        </p:nvSpPr>
        <p:spPr>
          <a:xfrm>
            <a:off x="2266950" y="38385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FA62E0C-3651-4FCC-BF4E-B38A12FC5873}"/>
              </a:ext>
            </a:extLst>
          </p:cNvPr>
          <p:cNvSpPr>
            <a:spLocks noGrp="1"/>
          </p:cNvSpPr>
          <p:nvPr/>
        </p:nvSpPr>
        <p:spPr>
          <a:xfrm>
            <a:off x="3495675" y="38385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8619F0A-43AF-4868-9942-0E5B6D8B5129}"/>
              </a:ext>
            </a:extLst>
          </p:cNvPr>
          <p:cNvSpPr>
            <a:spLocks noGrp="1"/>
          </p:cNvSpPr>
          <p:nvPr/>
        </p:nvSpPr>
        <p:spPr>
          <a:xfrm>
            <a:off x="2266950" y="39719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47AED13-83F0-49B3-9112-4044E69C7F45}"/>
              </a:ext>
            </a:extLst>
          </p:cNvPr>
          <p:cNvSpPr>
            <a:spLocks noGrp="1"/>
          </p:cNvSpPr>
          <p:nvPr/>
        </p:nvSpPr>
        <p:spPr>
          <a:xfrm>
            <a:off x="3495675" y="39719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1B81628-6E3C-41DB-A262-FAA08F942417}"/>
              </a:ext>
            </a:extLst>
          </p:cNvPr>
          <p:cNvSpPr>
            <a:spLocks noGrp="1"/>
          </p:cNvSpPr>
          <p:nvPr/>
        </p:nvSpPr>
        <p:spPr>
          <a:xfrm>
            <a:off x="2266950" y="41052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29C5E4E-0C6A-485C-8D11-71B967F1FB4D}"/>
              </a:ext>
            </a:extLst>
          </p:cNvPr>
          <p:cNvSpPr>
            <a:spLocks noGrp="1"/>
          </p:cNvSpPr>
          <p:nvPr/>
        </p:nvSpPr>
        <p:spPr>
          <a:xfrm>
            <a:off x="3495675" y="41052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D3AF529-A424-4689-AD9D-EF42276ED873}"/>
              </a:ext>
            </a:extLst>
          </p:cNvPr>
          <p:cNvSpPr>
            <a:spLocks noGrp="1"/>
          </p:cNvSpPr>
          <p:nvPr/>
        </p:nvSpPr>
        <p:spPr>
          <a:xfrm>
            <a:off x="2266950" y="42386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E81B8AFE-AE05-4CAD-B232-630D8E98189F}"/>
              </a:ext>
            </a:extLst>
          </p:cNvPr>
          <p:cNvSpPr>
            <a:spLocks noGrp="1"/>
          </p:cNvSpPr>
          <p:nvPr/>
        </p:nvSpPr>
        <p:spPr>
          <a:xfrm>
            <a:off x="3495675" y="42386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6309718-6DD7-444E-AB04-2D50A6BAF1AF}"/>
              </a:ext>
            </a:extLst>
          </p:cNvPr>
          <p:cNvSpPr>
            <a:spLocks noGrp="1"/>
          </p:cNvSpPr>
          <p:nvPr/>
        </p:nvSpPr>
        <p:spPr>
          <a:xfrm>
            <a:off x="2266950" y="43719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14C3368-C701-433A-A43C-8D079A168A72}"/>
              </a:ext>
            </a:extLst>
          </p:cNvPr>
          <p:cNvSpPr>
            <a:spLocks noGrp="1"/>
          </p:cNvSpPr>
          <p:nvPr/>
        </p:nvSpPr>
        <p:spPr>
          <a:xfrm>
            <a:off x="3495675" y="43719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64FA459-694B-4854-A1BB-9A231F177568}"/>
              </a:ext>
            </a:extLst>
          </p:cNvPr>
          <p:cNvSpPr>
            <a:spLocks noGrp="1"/>
          </p:cNvSpPr>
          <p:nvPr/>
        </p:nvSpPr>
        <p:spPr>
          <a:xfrm>
            <a:off x="2266950" y="45053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DEBFABA-3F07-49C6-A5E9-918F053517DF}"/>
              </a:ext>
            </a:extLst>
          </p:cNvPr>
          <p:cNvSpPr>
            <a:spLocks noGrp="1"/>
          </p:cNvSpPr>
          <p:nvPr/>
        </p:nvSpPr>
        <p:spPr>
          <a:xfrm>
            <a:off x="3495675" y="45053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EBAE420-2222-47E3-A462-6E0C83F3D627}"/>
              </a:ext>
            </a:extLst>
          </p:cNvPr>
          <p:cNvSpPr>
            <a:spLocks noGrp="1"/>
          </p:cNvSpPr>
          <p:nvPr/>
        </p:nvSpPr>
        <p:spPr>
          <a:xfrm>
            <a:off x="2266950" y="46386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9C9A585-66C0-4A24-9A8F-368FB386AA56}"/>
              </a:ext>
            </a:extLst>
          </p:cNvPr>
          <p:cNvSpPr>
            <a:spLocks noGrp="1"/>
          </p:cNvSpPr>
          <p:nvPr/>
        </p:nvSpPr>
        <p:spPr>
          <a:xfrm>
            <a:off x="3495675" y="46386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1FDE7C0-1FE7-48BF-A80E-03139F83148C}"/>
              </a:ext>
            </a:extLst>
          </p:cNvPr>
          <p:cNvSpPr>
            <a:spLocks noGrp="1"/>
          </p:cNvSpPr>
          <p:nvPr/>
        </p:nvSpPr>
        <p:spPr>
          <a:xfrm>
            <a:off x="2266950" y="47720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C2F97662-A71C-4E4A-AA71-786D0907D9C6}"/>
              </a:ext>
            </a:extLst>
          </p:cNvPr>
          <p:cNvSpPr>
            <a:spLocks noGrp="1"/>
          </p:cNvSpPr>
          <p:nvPr/>
        </p:nvSpPr>
        <p:spPr>
          <a:xfrm>
            <a:off x="3495675" y="47720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65389B2-2522-44B6-A071-A46C5431D21A}"/>
              </a:ext>
            </a:extLst>
          </p:cNvPr>
          <p:cNvSpPr>
            <a:spLocks noGrp="1"/>
          </p:cNvSpPr>
          <p:nvPr/>
        </p:nvSpPr>
        <p:spPr>
          <a:xfrm>
            <a:off x="2266950" y="49053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DC6A057-E1A9-442D-8A1C-0F97FB88E5F1}"/>
              </a:ext>
            </a:extLst>
          </p:cNvPr>
          <p:cNvSpPr>
            <a:spLocks noGrp="1"/>
          </p:cNvSpPr>
          <p:nvPr/>
        </p:nvSpPr>
        <p:spPr>
          <a:xfrm>
            <a:off x="3495675" y="49053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2AF8F25-CD0B-402F-88F8-4F3E69AD2B5B}"/>
              </a:ext>
            </a:extLst>
          </p:cNvPr>
          <p:cNvSpPr>
            <a:spLocks noGrp="1"/>
          </p:cNvSpPr>
          <p:nvPr/>
        </p:nvSpPr>
        <p:spPr>
          <a:xfrm>
            <a:off x="2343150" y="2886075"/>
            <a:ext cx="1104900" cy="619125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35DEBFA-A581-4EDB-B98D-0B07971ED0C4}"/>
              </a:ext>
            </a:extLst>
          </p:cNvPr>
          <p:cNvSpPr>
            <a:spLocks noGrp="1"/>
          </p:cNvSpPr>
          <p:nvPr/>
        </p:nvSpPr>
        <p:spPr>
          <a:xfrm>
            <a:off x="2343150" y="2886075"/>
            <a:ext cx="38100" cy="619125"/>
          </a:xfrm>
          <a:prstGeom prst="rect">
            <a:avLst/>
          </a:prstGeom>
          <a:solidFill>
            <a:srgbClr val="008E9C"/>
          </a:solidFill>
          <a:ln w="9525">
            <a:solidFill>
              <a:srgbClr val="008E9C"/>
            </a:solidFill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D70870E-CB54-40D8-B54F-5837E7B45441}"/>
              </a:ext>
            </a:extLst>
          </p:cNvPr>
          <p:cNvSpPr>
            <a:spLocks noGrp="1"/>
          </p:cNvSpPr>
          <p:nvPr/>
        </p:nvSpPr>
        <p:spPr>
          <a:xfrm>
            <a:off x="2419350" y="2952750"/>
            <a:ext cx="28575" cy="485775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72C04DF-E8F3-4916-AF84-E9F933E7A646}"/>
              </a:ext>
            </a:extLst>
          </p:cNvPr>
          <p:cNvSpPr>
            <a:spLocks noGrp="1"/>
          </p:cNvSpPr>
          <p:nvPr/>
        </p:nvSpPr>
        <p:spPr>
          <a:xfrm>
            <a:off x="2486025" y="2895600"/>
            <a:ext cx="8667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910B-2</a:t>
            </a:r>
          </a:p>
          <a:p>
            <a:pPr algn="ctr">
              <a:buNone/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7FA3B4B1-E944-4729-97B3-F56B6E48862A}"/>
              </a:ext>
            </a:extLst>
          </p:cNvPr>
          <p:cNvSpPr>
            <a:spLocks noGrp="1"/>
          </p:cNvSpPr>
          <p:nvPr/>
        </p:nvSpPr>
        <p:spPr>
          <a:xfrm>
            <a:off x="3381375" y="2962275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CE8195E-C8C2-481F-94BB-4C580CBDD80E}"/>
              </a:ext>
            </a:extLst>
          </p:cNvPr>
          <p:cNvSpPr>
            <a:spLocks noGrp="1"/>
          </p:cNvSpPr>
          <p:nvPr/>
        </p:nvSpPr>
        <p:spPr>
          <a:xfrm>
            <a:off x="2343150" y="3562350"/>
            <a:ext cx="1104900" cy="3238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97E5989-0154-4623-BCDC-A18CAB2E0D5C}"/>
              </a:ext>
            </a:extLst>
          </p:cNvPr>
          <p:cNvSpPr>
            <a:spLocks noGrp="1"/>
          </p:cNvSpPr>
          <p:nvPr/>
        </p:nvSpPr>
        <p:spPr>
          <a:xfrm>
            <a:off x="2343150" y="3562350"/>
            <a:ext cx="38100" cy="3238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229B113-BEA9-41D2-881A-87F1C5FA99B0}"/>
              </a:ext>
            </a:extLst>
          </p:cNvPr>
          <p:cNvSpPr>
            <a:spLocks noGrp="1"/>
          </p:cNvSpPr>
          <p:nvPr/>
        </p:nvSpPr>
        <p:spPr>
          <a:xfrm>
            <a:off x="2419350" y="3629025"/>
            <a:ext cx="28575" cy="1905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073956C1-98CC-404C-9ECC-C685A99B60AE}"/>
              </a:ext>
            </a:extLst>
          </p:cNvPr>
          <p:cNvSpPr>
            <a:spLocks noGrp="1"/>
          </p:cNvSpPr>
          <p:nvPr/>
        </p:nvSpPr>
        <p:spPr>
          <a:xfrm>
            <a:off x="2486025" y="3571875"/>
            <a:ext cx="8667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T4-4  8 卡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F35BB86-DD74-4E58-85DF-FCA6B4FC9EF1}"/>
              </a:ext>
            </a:extLst>
          </p:cNvPr>
          <p:cNvSpPr>
            <a:spLocks noGrp="1"/>
          </p:cNvSpPr>
          <p:nvPr/>
        </p:nvSpPr>
        <p:spPr>
          <a:xfrm>
            <a:off x="3381375" y="3638550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445EEA68-4ED1-4B1A-8652-DBDC1BD861E5}"/>
              </a:ext>
            </a:extLst>
          </p:cNvPr>
          <p:cNvSpPr>
            <a:spLocks noGrp="1"/>
          </p:cNvSpPr>
          <p:nvPr/>
        </p:nvSpPr>
        <p:spPr>
          <a:xfrm>
            <a:off x="2343150" y="3933825"/>
            <a:ext cx="1104900" cy="3238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08EC3648-600C-41C4-BBF4-D7A62E200F81}"/>
              </a:ext>
            </a:extLst>
          </p:cNvPr>
          <p:cNvSpPr>
            <a:spLocks noGrp="1"/>
          </p:cNvSpPr>
          <p:nvPr/>
        </p:nvSpPr>
        <p:spPr>
          <a:xfrm>
            <a:off x="2343150" y="3933825"/>
            <a:ext cx="38100" cy="3238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249A7485-EBF8-41EC-944B-EB23F1BFA635}"/>
              </a:ext>
            </a:extLst>
          </p:cNvPr>
          <p:cNvSpPr>
            <a:spLocks noGrp="1"/>
          </p:cNvSpPr>
          <p:nvPr/>
        </p:nvSpPr>
        <p:spPr>
          <a:xfrm>
            <a:off x="2419350" y="4000500"/>
            <a:ext cx="28575" cy="1905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0DFD2DC-8DAC-41D4-A5D2-0A0C88A2B988}"/>
              </a:ext>
            </a:extLst>
          </p:cNvPr>
          <p:cNvSpPr>
            <a:spLocks noGrp="1"/>
          </p:cNvSpPr>
          <p:nvPr/>
        </p:nvSpPr>
        <p:spPr>
          <a:xfrm>
            <a:off x="2486025" y="3943350"/>
            <a:ext cx="8667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T4-5  8 卡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7158332-86C7-407C-A783-1BFF6D9A2B04}"/>
              </a:ext>
            </a:extLst>
          </p:cNvPr>
          <p:cNvSpPr>
            <a:spLocks noGrp="1"/>
          </p:cNvSpPr>
          <p:nvPr/>
        </p:nvSpPr>
        <p:spPr>
          <a:xfrm>
            <a:off x="3381375" y="4010025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93135B9-7C4E-498A-8185-F96C373F828F}"/>
              </a:ext>
            </a:extLst>
          </p:cNvPr>
          <p:cNvSpPr>
            <a:spLocks noGrp="1"/>
          </p:cNvSpPr>
          <p:nvPr/>
        </p:nvSpPr>
        <p:spPr>
          <a:xfrm>
            <a:off x="2343150" y="4305300"/>
            <a:ext cx="1104900" cy="3238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01BC80EF-480E-4477-AA33-678381AA1DCE}"/>
              </a:ext>
            </a:extLst>
          </p:cNvPr>
          <p:cNvSpPr>
            <a:spLocks noGrp="1"/>
          </p:cNvSpPr>
          <p:nvPr/>
        </p:nvSpPr>
        <p:spPr>
          <a:xfrm>
            <a:off x="2343150" y="4305300"/>
            <a:ext cx="38100" cy="3238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E585C7DA-EF09-47C3-95CD-D153DDAA43A2}"/>
              </a:ext>
            </a:extLst>
          </p:cNvPr>
          <p:cNvSpPr>
            <a:spLocks noGrp="1"/>
          </p:cNvSpPr>
          <p:nvPr/>
        </p:nvSpPr>
        <p:spPr>
          <a:xfrm>
            <a:off x="2419350" y="4371975"/>
            <a:ext cx="28575" cy="1905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B01A2694-CE9F-49C8-B09B-CD5F566D87B8}"/>
              </a:ext>
            </a:extLst>
          </p:cNvPr>
          <p:cNvSpPr>
            <a:spLocks noGrp="1"/>
          </p:cNvSpPr>
          <p:nvPr/>
        </p:nvSpPr>
        <p:spPr>
          <a:xfrm>
            <a:off x="2486025" y="4314825"/>
            <a:ext cx="8667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T4-6  8 卡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533D78F-06A9-441D-B426-19AF26C73D7D}"/>
              </a:ext>
            </a:extLst>
          </p:cNvPr>
          <p:cNvSpPr>
            <a:spLocks noGrp="1"/>
          </p:cNvSpPr>
          <p:nvPr/>
        </p:nvSpPr>
        <p:spPr>
          <a:xfrm>
            <a:off x="3381375" y="4381500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28696F2C-0518-4262-87E3-1EBB428D9EC4}"/>
              </a:ext>
            </a:extLst>
          </p:cNvPr>
          <p:cNvSpPr>
            <a:spLocks noGrp="1"/>
          </p:cNvSpPr>
          <p:nvPr/>
        </p:nvSpPr>
        <p:spPr>
          <a:xfrm>
            <a:off x="2362200" y="4733925"/>
            <a:ext cx="1066800" cy="28575"/>
          </a:xfrm>
          <a:prstGeom prst="rect">
            <a:avLst/>
          </a:prstGeom>
          <a:solidFill>
            <a:srgbClr val="42596A"/>
          </a:solidFill>
          <a:ln w="9525">
            <a:solidFill>
              <a:srgbClr val="42596A"/>
            </a:solidFill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316EDC0-168D-4DBE-BD73-FB5C2C16EBE3}"/>
              </a:ext>
            </a:extLst>
          </p:cNvPr>
          <p:cNvSpPr>
            <a:spLocks noGrp="1"/>
          </p:cNvSpPr>
          <p:nvPr/>
        </p:nvSpPr>
        <p:spPr>
          <a:xfrm>
            <a:off x="2362200" y="4810125"/>
            <a:ext cx="1066800" cy="28575"/>
          </a:xfrm>
          <a:prstGeom prst="rect">
            <a:avLst/>
          </a:prstGeom>
          <a:solidFill>
            <a:srgbClr val="42596A"/>
          </a:solidFill>
          <a:ln w="9525">
            <a:solidFill>
              <a:srgbClr val="42596A"/>
            </a:solidFill>
          </a:ln>
        </p:spPr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DC0CA1C9-8889-4B8F-B89D-2603888F4321}"/>
              </a:ext>
            </a:extLst>
          </p:cNvPr>
          <p:cNvSpPr>
            <a:spLocks noGrp="1"/>
          </p:cNvSpPr>
          <p:nvPr/>
        </p:nvSpPr>
        <p:spPr>
          <a:xfrm>
            <a:off x="2362200" y="4886325"/>
            <a:ext cx="1066800" cy="28575"/>
          </a:xfrm>
          <a:prstGeom prst="rect">
            <a:avLst/>
          </a:prstGeom>
          <a:solidFill>
            <a:srgbClr val="42596A"/>
          </a:solidFill>
          <a:ln w="9525">
            <a:solidFill>
              <a:srgbClr val="42596A"/>
            </a:solidFill>
          </a:ln>
        </p:spPr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31D7949-333A-4F2E-9CB2-5F8177887ECC}"/>
              </a:ext>
            </a:extLst>
          </p:cNvPr>
          <p:cNvSpPr>
            <a:spLocks noGrp="1"/>
          </p:cNvSpPr>
          <p:nvPr/>
        </p:nvSpPr>
        <p:spPr>
          <a:xfrm>
            <a:off x="2314575" y="5181600"/>
            <a:ext cx="238125" cy="47625"/>
          </a:xfrm>
          <a:prstGeom prst="rect">
            <a:avLst/>
          </a:prstGeom>
          <a:solidFill>
            <a:srgbClr val="263F50"/>
          </a:solidFill>
          <a:ln w="9525">
            <a:solidFill>
              <a:srgbClr val="263F50"/>
            </a:solidFill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E2C42885-E8D5-41E6-8075-83514BD5617C}"/>
              </a:ext>
            </a:extLst>
          </p:cNvPr>
          <p:cNvSpPr>
            <a:spLocks noGrp="1"/>
          </p:cNvSpPr>
          <p:nvPr/>
        </p:nvSpPr>
        <p:spPr>
          <a:xfrm>
            <a:off x="3238500" y="5181600"/>
            <a:ext cx="238125" cy="47625"/>
          </a:xfrm>
          <a:prstGeom prst="rect">
            <a:avLst/>
          </a:prstGeom>
          <a:solidFill>
            <a:srgbClr val="263F50"/>
          </a:solidFill>
          <a:ln w="9525">
            <a:solidFill>
              <a:srgbClr val="263F50"/>
            </a:solidFill>
          </a:ln>
        </p:spPr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C7413199-85F4-4BBE-A047-040B5FBF2879}"/>
              </a:ext>
            </a:extLst>
          </p:cNvPr>
          <p:cNvSpPr>
            <a:spLocks noGrp="1"/>
          </p:cNvSpPr>
          <p:nvPr/>
        </p:nvSpPr>
        <p:spPr>
          <a:xfrm>
            <a:off x="3790950" y="2371725"/>
            <a:ext cx="1409700" cy="2838450"/>
          </a:xfrm>
          <a:prstGeom prst="rect">
            <a:avLst/>
          </a:prstGeom>
          <a:solidFill>
            <a:srgbClr val="DCE5EB"/>
          </a:solidFill>
          <a:ln w="9525">
            <a:solidFill>
              <a:srgbClr val="DCE5EB"/>
            </a:solidFill>
          </a:ln>
        </p:spPr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B357F2F-0D89-460B-9F5A-EE8807D34DF1}"/>
              </a:ext>
            </a:extLst>
          </p:cNvPr>
          <p:cNvSpPr>
            <a:spLocks noGrp="1"/>
          </p:cNvSpPr>
          <p:nvPr/>
        </p:nvSpPr>
        <p:spPr>
          <a:xfrm>
            <a:off x="3752850" y="2276475"/>
            <a:ext cx="1447800" cy="2905125"/>
          </a:xfrm>
          <a:prstGeom prst="rect">
            <a:avLst/>
          </a:prstGeom>
          <a:solidFill>
            <a:srgbClr val="263F50"/>
          </a:solidFill>
          <a:ln w="9525">
            <a:solidFill>
              <a:srgbClr val="263F50"/>
            </a:solidFill>
          </a:ln>
        </p:spPr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256705F-1D11-486F-A9DA-EED835BC6502}"/>
              </a:ext>
            </a:extLst>
          </p:cNvPr>
          <p:cNvSpPr>
            <a:spLocks noGrp="1"/>
          </p:cNvSpPr>
          <p:nvPr/>
        </p:nvSpPr>
        <p:spPr>
          <a:xfrm>
            <a:off x="3810000" y="2724150"/>
            <a:ext cx="1333500" cy="2371725"/>
          </a:xfrm>
          <a:prstGeom prst="rect">
            <a:avLst/>
          </a:prstGeom>
          <a:solidFill>
            <a:srgbClr val="142C3C"/>
          </a:solidFill>
          <a:ln w="9525">
            <a:solidFill>
              <a:srgbClr val="142C3C"/>
            </a:solidFill>
          </a:ln>
        </p:spPr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E0597B9D-2EC3-49DC-ADB9-9CC359B9FFCE}"/>
              </a:ext>
            </a:extLst>
          </p:cNvPr>
          <p:cNvSpPr>
            <a:spLocks noGrp="1"/>
          </p:cNvSpPr>
          <p:nvPr/>
        </p:nvSpPr>
        <p:spPr>
          <a:xfrm>
            <a:off x="3829050" y="2343150"/>
            <a:ext cx="1295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C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49C0A16C-72EE-4B25-A8ED-FD84F927A2CD}"/>
              </a:ext>
            </a:extLst>
          </p:cNvPr>
          <p:cNvSpPr>
            <a:spLocks noGrp="1"/>
          </p:cNvSpPr>
          <p:nvPr/>
        </p:nvSpPr>
        <p:spPr>
          <a:xfrm>
            <a:off x="3790950" y="2590800"/>
            <a:ext cx="1371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既有 / 通算专用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5C6FA730-EF34-4A82-A8C7-1DC235DB0C83}"/>
              </a:ext>
            </a:extLst>
          </p:cNvPr>
          <p:cNvSpPr>
            <a:spLocks noGrp="1"/>
          </p:cNvSpPr>
          <p:nvPr/>
        </p:nvSpPr>
        <p:spPr>
          <a:xfrm>
            <a:off x="3829050" y="2838450"/>
            <a:ext cx="66675" cy="2190750"/>
          </a:xfrm>
          <a:prstGeom prst="rect">
            <a:avLst/>
          </a:prstGeom>
          <a:solidFill>
            <a:srgbClr val="6C808D"/>
          </a:solidFill>
          <a:ln w="9525">
            <a:solidFill>
              <a:srgbClr val="6C808D"/>
            </a:solidFill>
          </a:ln>
        </p:spPr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36C0173E-1F49-4FA7-8C46-830797A3760D}"/>
              </a:ext>
            </a:extLst>
          </p:cNvPr>
          <p:cNvSpPr>
            <a:spLocks noGrp="1"/>
          </p:cNvSpPr>
          <p:nvPr/>
        </p:nvSpPr>
        <p:spPr>
          <a:xfrm>
            <a:off x="5057775" y="2838450"/>
            <a:ext cx="66675" cy="2190750"/>
          </a:xfrm>
          <a:prstGeom prst="rect">
            <a:avLst/>
          </a:prstGeom>
          <a:solidFill>
            <a:srgbClr val="6C808D"/>
          </a:solidFill>
          <a:ln w="9525">
            <a:solidFill>
              <a:srgbClr val="6C808D"/>
            </a:solidFill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BFCBFD09-50E1-4B6A-92D9-9793AED9BAF3}"/>
              </a:ext>
            </a:extLst>
          </p:cNvPr>
          <p:cNvSpPr>
            <a:spLocks noGrp="1"/>
          </p:cNvSpPr>
          <p:nvPr/>
        </p:nvSpPr>
        <p:spPr>
          <a:xfrm>
            <a:off x="3848100" y="29051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9A627510-5056-49EA-A88A-D28389C8E785}"/>
              </a:ext>
            </a:extLst>
          </p:cNvPr>
          <p:cNvSpPr>
            <a:spLocks noGrp="1"/>
          </p:cNvSpPr>
          <p:nvPr/>
        </p:nvSpPr>
        <p:spPr>
          <a:xfrm>
            <a:off x="5076825" y="29051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F43AF0E-5ED9-4BC1-9610-B3D7C8854582}"/>
              </a:ext>
            </a:extLst>
          </p:cNvPr>
          <p:cNvSpPr>
            <a:spLocks noGrp="1"/>
          </p:cNvSpPr>
          <p:nvPr/>
        </p:nvSpPr>
        <p:spPr>
          <a:xfrm>
            <a:off x="3848100" y="30384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F767DBC7-9DAC-4B74-973D-3AF227F5B4BD}"/>
              </a:ext>
            </a:extLst>
          </p:cNvPr>
          <p:cNvSpPr>
            <a:spLocks noGrp="1"/>
          </p:cNvSpPr>
          <p:nvPr/>
        </p:nvSpPr>
        <p:spPr>
          <a:xfrm>
            <a:off x="5076825" y="30384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4D74AF03-F203-4784-876F-DB9008AC9FBB}"/>
              </a:ext>
            </a:extLst>
          </p:cNvPr>
          <p:cNvSpPr>
            <a:spLocks noGrp="1"/>
          </p:cNvSpPr>
          <p:nvPr/>
        </p:nvSpPr>
        <p:spPr>
          <a:xfrm>
            <a:off x="3848100" y="31718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13D0C7FD-36E1-4CCF-B276-7AB76FA824A0}"/>
              </a:ext>
            </a:extLst>
          </p:cNvPr>
          <p:cNvSpPr>
            <a:spLocks noGrp="1"/>
          </p:cNvSpPr>
          <p:nvPr/>
        </p:nvSpPr>
        <p:spPr>
          <a:xfrm>
            <a:off x="5076825" y="31718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30CF335-FD45-417C-B921-9DA24BD8FC99}"/>
              </a:ext>
            </a:extLst>
          </p:cNvPr>
          <p:cNvSpPr>
            <a:spLocks noGrp="1"/>
          </p:cNvSpPr>
          <p:nvPr/>
        </p:nvSpPr>
        <p:spPr>
          <a:xfrm>
            <a:off x="3848100" y="33051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9878D2E-6159-478A-AF2A-0FFB1644EAAF}"/>
              </a:ext>
            </a:extLst>
          </p:cNvPr>
          <p:cNvSpPr>
            <a:spLocks noGrp="1"/>
          </p:cNvSpPr>
          <p:nvPr/>
        </p:nvSpPr>
        <p:spPr>
          <a:xfrm>
            <a:off x="5076825" y="33051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4B51B3CF-D7F4-4ED2-8F32-CD2B8952D889}"/>
              </a:ext>
            </a:extLst>
          </p:cNvPr>
          <p:cNvSpPr>
            <a:spLocks noGrp="1"/>
          </p:cNvSpPr>
          <p:nvPr/>
        </p:nvSpPr>
        <p:spPr>
          <a:xfrm>
            <a:off x="3848100" y="34385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70F71C0D-ECE5-4A2A-9212-71B4DD80F78D}"/>
              </a:ext>
            </a:extLst>
          </p:cNvPr>
          <p:cNvSpPr>
            <a:spLocks noGrp="1"/>
          </p:cNvSpPr>
          <p:nvPr/>
        </p:nvSpPr>
        <p:spPr>
          <a:xfrm>
            <a:off x="5076825" y="34385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EAC54A81-5801-4EDC-A4F4-42D7B5E2AA38}"/>
              </a:ext>
            </a:extLst>
          </p:cNvPr>
          <p:cNvSpPr>
            <a:spLocks noGrp="1"/>
          </p:cNvSpPr>
          <p:nvPr/>
        </p:nvSpPr>
        <p:spPr>
          <a:xfrm>
            <a:off x="3848100" y="35718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390413D0-27AB-4DE2-8BE5-406BC1FA0217}"/>
              </a:ext>
            </a:extLst>
          </p:cNvPr>
          <p:cNvSpPr>
            <a:spLocks noGrp="1"/>
          </p:cNvSpPr>
          <p:nvPr/>
        </p:nvSpPr>
        <p:spPr>
          <a:xfrm>
            <a:off x="5076825" y="35718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D736459F-286D-4930-A88D-B86D8C8DC8CC}"/>
              </a:ext>
            </a:extLst>
          </p:cNvPr>
          <p:cNvSpPr>
            <a:spLocks noGrp="1"/>
          </p:cNvSpPr>
          <p:nvPr/>
        </p:nvSpPr>
        <p:spPr>
          <a:xfrm>
            <a:off x="3848100" y="37052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9AFD4D9A-0724-47C4-A485-0EA9FFF92EA4}"/>
              </a:ext>
            </a:extLst>
          </p:cNvPr>
          <p:cNvSpPr>
            <a:spLocks noGrp="1"/>
          </p:cNvSpPr>
          <p:nvPr/>
        </p:nvSpPr>
        <p:spPr>
          <a:xfrm>
            <a:off x="5076825" y="37052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33EEC1F0-AD98-40BA-8032-86C977A3C8DA}"/>
              </a:ext>
            </a:extLst>
          </p:cNvPr>
          <p:cNvSpPr>
            <a:spLocks noGrp="1"/>
          </p:cNvSpPr>
          <p:nvPr/>
        </p:nvSpPr>
        <p:spPr>
          <a:xfrm>
            <a:off x="3848100" y="38385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07BEB0A5-951D-4DCD-8C29-3F22BB896B10}"/>
              </a:ext>
            </a:extLst>
          </p:cNvPr>
          <p:cNvSpPr>
            <a:spLocks noGrp="1"/>
          </p:cNvSpPr>
          <p:nvPr/>
        </p:nvSpPr>
        <p:spPr>
          <a:xfrm>
            <a:off x="5076825" y="38385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460A2E61-86E1-45E5-961E-829F815A22FD}"/>
              </a:ext>
            </a:extLst>
          </p:cNvPr>
          <p:cNvSpPr>
            <a:spLocks noGrp="1"/>
          </p:cNvSpPr>
          <p:nvPr/>
        </p:nvSpPr>
        <p:spPr>
          <a:xfrm>
            <a:off x="3848100" y="39719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421D62D-83B9-47BF-A4CD-1A6E1C0C9156}"/>
              </a:ext>
            </a:extLst>
          </p:cNvPr>
          <p:cNvSpPr>
            <a:spLocks noGrp="1"/>
          </p:cNvSpPr>
          <p:nvPr/>
        </p:nvSpPr>
        <p:spPr>
          <a:xfrm>
            <a:off x="5076825" y="39719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E086F9BB-51EB-4B23-986C-0BB013C601DE}"/>
              </a:ext>
            </a:extLst>
          </p:cNvPr>
          <p:cNvSpPr>
            <a:spLocks noGrp="1"/>
          </p:cNvSpPr>
          <p:nvPr/>
        </p:nvSpPr>
        <p:spPr>
          <a:xfrm>
            <a:off x="3848100" y="41052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09445790-DF4A-4FD6-9759-AAF6C1C274FF}"/>
              </a:ext>
            </a:extLst>
          </p:cNvPr>
          <p:cNvSpPr>
            <a:spLocks noGrp="1"/>
          </p:cNvSpPr>
          <p:nvPr/>
        </p:nvSpPr>
        <p:spPr>
          <a:xfrm>
            <a:off x="5076825" y="41052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4B40A83-A852-44F0-B716-D92B7323D0A2}"/>
              </a:ext>
            </a:extLst>
          </p:cNvPr>
          <p:cNvSpPr>
            <a:spLocks noGrp="1"/>
          </p:cNvSpPr>
          <p:nvPr/>
        </p:nvSpPr>
        <p:spPr>
          <a:xfrm>
            <a:off x="3848100" y="42386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6BA70FA0-0960-48A4-B914-4FB652BBBF60}"/>
              </a:ext>
            </a:extLst>
          </p:cNvPr>
          <p:cNvSpPr>
            <a:spLocks noGrp="1"/>
          </p:cNvSpPr>
          <p:nvPr/>
        </p:nvSpPr>
        <p:spPr>
          <a:xfrm>
            <a:off x="5076825" y="42386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D97AB839-05C4-4CC9-9903-A7E87C5A280F}"/>
              </a:ext>
            </a:extLst>
          </p:cNvPr>
          <p:cNvSpPr>
            <a:spLocks noGrp="1"/>
          </p:cNvSpPr>
          <p:nvPr/>
        </p:nvSpPr>
        <p:spPr>
          <a:xfrm>
            <a:off x="3848100" y="43719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88346E85-F19C-4447-8B90-8A6643234206}"/>
              </a:ext>
            </a:extLst>
          </p:cNvPr>
          <p:cNvSpPr>
            <a:spLocks noGrp="1"/>
          </p:cNvSpPr>
          <p:nvPr/>
        </p:nvSpPr>
        <p:spPr>
          <a:xfrm>
            <a:off x="5076825" y="43719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BCCA5858-0B2D-4A3C-A273-AF00952FF6BB}"/>
              </a:ext>
            </a:extLst>
          </p:cNvPr>
          <p:cNvSpPr>
            <a:spLocks noGrp="1"/>
          </p:cNvSpPr>
          <p:nvPr/>
        </p:nvSpPr>
        <p:spPr>
          <a:xfrm>
            <a:off x="3848100" y="45053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32B7AD83-B5F4-43E9-88F9-1A3D56C5A4B5}"/>
              </a:ext>
            </a:extLst>
          </p:cNvPr>
          <p:cNvSpPr>
            <a:spLocks noGrp="1"/>
          </p:cNvSpPr>
          <p:nvPr/>
        </p:nvSpPr>
        <p:spPr>
          <a:xfrm>
            <a:off x="5076825" y="45053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EE10D1F-91C7-4AFC-92D6-CE920A6C0223}"/>
              </a:ext>
            </a:extLst>
          </p:cNvPr>
          <p:cNvSpPr>
            <a:spLocks noGrp="1"/>
          </p:cNvSpPr>
          <p:nvPr/>
        </p:nvSpPr>
        <p:spPr>
          <a:xfrm>
            <a:off x="3848100" y="46386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E5487CFA-41F9-43B2-AF1D-53A968AC1C00}"/>
              </a:ext>
            </a:extLst>
          </p:cNvPr>
          <p:cNvSpPr>
            <a:spLocks noGrp="1"/>
          </p:cNvSpPr>
          <p:nvPr/>
        </p:nvSpPr>
        <p:spPr>
          <a:xfrm>
            <a:off x="5076825" y="46386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C28165FB-1A86-4A32-8B14-01A59DA52F39}"/>
              </a:ext>
            </a:extLst>
          </p:cNvPr>
          <p:cNvSpPr>
            <a:spLocks noGrp="1"/>
          </p:cNvSpPr>
          <p:nvPr/>
        </p:nvSpPr>
        <p:spPr>
          <a:xfrm>
            <a:off x="3848100" y="47720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322D8451-CA90-43FC-8F35-2AB587EEFB49}"/>
              </a:ext>
            </a:extLst>
          </p:cNvPr>
          <p:cNvSpPr>
            <a:spLocks noGrp="1"/>
          </p:cNvSpPr>
          <p:nvPr/>
        </p:nvSpPr>
        <p:spPr>
          <a:xfrm>
            <a:off x="5076825" y="477202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EF7143CB-1B61-4D09-A591-141991B4A688}"/>
              </a:ext>
            </a:extLst>
          </p:cNvPr>
          <p:cNvSpPr>
            <a:spLocks noGrp="1"/>
          </p:cNvSpPr>
          <p:nvPr/>
        </p:nvSpPr>
        <p:spPr>
          <a:xfrm>
            <a:off x="3848100" y="49053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05A84AFE-52B9-4345-B6B0-6A040589376C}"/>
              </a:ext>
            </a:extLst>
          </p:cNvPr>
          <p:cNvSpPr>
            <a:spLocks noGrp="1"/>
          </p:cNvSpPr>
          <p:nvPr/>
        </p:nvSpPr>
        <p:spPr>
          <a:xfrm>
            <a:off x="5076825" y="4905375"/>
            <a:ext cx="28575" cy="38100"/>
          </a:xfrm>
          <a:prstGeom prst="rect">
            <a:avLst/>
          </a:prstGeom>
          <a:solidFill>
            <a:srgbClr val="192F40"/>
          </a:solidFill>
          <a:ln w="9525">
            <a:solidFill>
              <a:srgbClr val="192F40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DDD37C04-9DBC-451C-AD13-7EF07CA26124}"/>
              </a:ext>
            </a:extLst>
          </p:cNvPr>
          <p:cNvSpPr>
            <a:spLocks noGrp="1"/>
          </p:cNvSpPr>
          <p:nvPr/>
        </p:nvSpPr>
        <p:spPr>
          <a:xfrm>
            <a:off x="3924300" y="2886075"/>
            <a:ext cx="1104900" cy="2857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EDAD7A9D-2BB0-494D-8CAF-691A1F194764}"/>
              </a:ext>
            </a:extLst>
          </p:cNvPr>
          <p:cNvSpPr>
            <a:spLocks noGrp="1"/>
          </p:cNvSpPr>
          <p:nvPr/>
        </p:nvSpPr>
        <p:spPr>
          <a:xfrm>
            <a:off x="3924300" y="2886075"/>
            <a:ext cx="38100" cy="2857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41200B5C-CB69-4F06-9194-55F06FE8B7B8}"/>
              </a:ext>
            </a:extLst>
          </p:cNvPr>
          <p:cNvSpPr>
            <a:spLocks noGrp="1"/>
          </p:cNvSpPr>
          <p:nvPr/>
        </p:nvSpPr>
        <p:spPr>
          <a:xfrm>
            <a:off x="4000500" y="2952750"/>
            <a:ext cx="28575" cy="1524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8535E579-E1F8-4A8C-8B89-E2755B4F6367}"/>
              </a:ext>
            </a:extLst>
          </p:cNvPr>
          <p:cNvSpPr>
            <a:spLocks noGrp="1"/>
          </p:cNvSpPr>
          <p:nvPr/>
        </p:nvSpPr>
        <p:spPr>
          <a:xfrm>
            <a:off x="4067175" y="2895600"/>
            <a:ext cx="866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通算-1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881D7D0A-FBF9-4DE2-B167-7760A26C08BA}"/>
              </a:ext>
            </a:extLst>
          </p:cNvPr>
          <p:cNvSpPr>
            <a:spLocks noGrp="1"/>
          </p:cNvSpPr>
          <p:nvPr/>
        </p:nvSpPr>
        <p:spPr>
          <a:xfrm>
            <a:off x="4962525" y="2962275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E6FCA38B-593C-4D17-B790-552694041293}"/>
              </a:ext>
            </a:extLst>
          </p:cNvPr>
          <p:cNvSpPr>
            <a:spLocks noGrp="1"/>
          </p:cNvSpPr>
          <p:nvPr/>
        </p:nvSpPr>
        <p:spPr>
          <a:xfrm>
            <a:off x="3924300" y="3219450"/>
            <a:ext cx="1104900" cy="2857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F2926A9B-F685-4762-8EAD-BD7E0151B1B4}"/>
              </a:ext>
            </a:extLst>
          </p:cNvPr>
          <p:cNvSpPr>
            <a:spLocks noGrp="1"/>
          </p:cNvSpPr>
          <p:nvPr/>
        </p:nvSpPr>
        <p:spPr>
          <a:xfrm>
            <a:off x="3924300" y="3219450"/>
            <a:ext cx="38100" cy="2857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85816C57-8B93-49B1-B979-E16081416041}"/>
              </a:ext>
            </a:extLst>
          </p:cNvPr>
          <p:cNvSpPr>
            <a:spLocks noGrp="1"/>
          </p:cNvSpPr>
          <p:nvPr/>
        </p:nvSpPr>
        <p:spPr>
          <a:xfrm>
            <a:off x="4000500" y="3286125"/>
            <a:ext cx="28575" cy="1524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308889B4-EAEC-4C8F-BC4B-DE1D0E942B89}"/>
              </a:ext>
            </a:extLst>
          </p:cNvPr>
          <p:cNvSpPr>
            <a:spLocks noGrp="1"/>
          </p:cNvSpPr>
          <p:nvPr/>
        </p:nvSpPr>
        <p:spPr>
          <a:xfrm>
            <a:off x="4067175" y="3228975"/>
            <a:ext cx="866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通算-2</a:t>
            </a: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2411E252-C27B-4D9D-86A2-CF56B07CF992}"/>
              </a:ext>
            </a:extLst>
          </p:cNvPr>
          <p:cNvSpPr>
            <a:spLocks noGrp="1"/>
          </p:cNvSpPr>
          <p:nvPr/>
        </p:nvSpPr>
        <p:spPr>
          <a:xfrm>
            <a:off x="4962525" y="3295650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74DAB6CA-D5CF-4807-88F8-6D69645F1C67}"/>
              </a:ext>
            </a:extLst>
          </p:cNvPr>
          <p:cNvSpPr>
            <a:spLocks noGrp="1"/>
          </p:cNvSpPr>
          <p:nvPr/>
        </p:nvSpPr>
        <p:spPr>
          <a:xfrm>
            <a:off x="3924300" y="3552825"/>
            <a:ext cx="1104900" cy="2857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878F971-7EC0-4599-A706-12ECBA7812FD}"/>
              </a:ext>
            </a:extLst>
          </p:cNvPr>
          <p:cNvSpPr>
            <a:spLocks noGrp="1"/>
          </p:cNvSpPr>
          <p:nvPr/>
        </p:nvSpPr>
        <p:spPr>
          <a:xfrm>
            <a:off x="3924300" y="3552825"/>
            <a:ext cx="38100" cy="2857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F60A87C9-DF11-4C40-9648-4305366ABA33}"/>
              </a:ext>
            </a:extLst>
          </p:cNvPr>
          <p:cNvSpPr>
            <a:spLocks noGrp="1"/>
          </p:cNvSpPr>
          <p:nvPr/>
        </p:nvSpPr>
        <p:spPr>
          <a:xfrm>
            <a:off x="4000500" y="3619500"/>
            <a:ext cx="28575" cy="1524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0EC8A91F-6492-4BD1-806F-6AB07CBF29CA}"/>
              </a:ext>
            </a:extLst>
          </p:cNvPr>
          <p:cNvSpPr>
            <a:spLocks noGrp="1"/>
          </p:cNvSpPr>
          <p:nvPr/>
        </p:nvSpPr>
        <p:spPr>
          <a:xfrm>
            <a:off x="4067175" y="3562350"/>
            <a:ext cx="866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通算-3</a:t>
            </a: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101C318F-CBFD-405D-A825-9095DCC44E82}"/>
              </a:ext>
            </a:extLst>
          </p:cNvPr>
          <p:cNvSpPr>
            <a:spLocks noGrp="1"/>
          </p:cNvSpPr>
          <p:nvPr/>
        </p:nvSpPr>
        <p:spPr>
          <a:xfrm>
            <a:off x="4962525" y="3629025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7E75C3E-682D-4E34-BAD7-5CB69054956E}"/>
              </a:ext>
            </a:extLst>
          </p:cNvPr>
          <p:cNvSpPr>
            <a:spLocks noGrp="1"/>
          </p:cNvSpPr>
          <p:nvPr/>
        </p:nvSpPr>
        <p:spPr>
          <a:xfrm>
            <a:off x="3924300" y="3886200"/>
            <a:ext cx="1104900" cy="2857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881C3004-E712-4940-AA9C-78BA4EC8F14B}"/>
              </a:ext>
            </a:extLst>
          </p:cNvPr>
          <p:cNvSpPr>
            <a:spLocks noGrp="1"/>
          </p:cNvSpPr>
          <p:nvPr/>
        </p:nvSpPr>
        <p:spPr>
          <a:xfrm>
            <a:off x="3924300" y="3886200"/>
            <a:ext cx="38100" cy="2857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A503238E-75C0-465E-ABF4-0B7AA16E59FF}"/>
              </a:ext>
            </a:extLst>
          </p:cNvPr>
          <p:cNvSpPr>
            <a:spLocks noGrp="1"/>
          </p:cNvSpPr>
          <p:nvPr/>
        </p:nvSpPr>
        <p:spPr>
          <a:xfrm>
            <a:off x="4000500" y="3952875"/>
            <a:ext cx="28575" cy="1524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070939D1-9693-4945-A095-38AC4DACB045}"/>
              </a:ext>
            </a:extLst>
          </p:cNvPr>
          <p:cNvSpPr>
            <a:spLocks noGrp="1"/>
          </p:cNvSpPr>
          <p:nvPr/>
        </p:nvSpPr>
        <p:spPr>
          <a:xfrm>
            <a:off x="4067175" y="3895725"/>
            <a:ext cx="866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通算-4</a:t>
            </a: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43DF3789-E1E0-4F62-9326-144EA44ECDD4}"/>
              </a:ext>
            </a:extLst>
          </p:cNvPr>
          <p:cNvSpPr>
            <a:spLocks noGrp="1"/>
          </p:cNvSpPr>
          <p:nvPr/>
        </p:nvSpPr>
        <p:spPr>
          <a:xfrm>
            <a:off x="4962525" y="3962400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38147931-AB28-40B7-8AC7-7F87D852862E}"/>
              </a:ext>
            </a:extLst>
          </p:cNvPr>
          <p:cNvSpPr>
            <a:spLocks noGrp="1"/>
          </p:cNvSpPr>
          <p:nvPr/>
        </p:nvSpPr>
        <p:spPr>
          <a:xfrm>
            <a:off x="3924300" y="4219575"/>
            <a:ext cx="1104900" cy="2857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F294446B-38C7-43F6-B164-B0555E5CB408}"/>
              </a:ext>
            </a:extLst>
          </p:cNvPr>
          <p:cNvSpPr>
            <a:spLocks noGrp="1"/>
          </p:cNvSpPr>
          <p:nvPr/>
        </p:nvSpPr>
        <p:spPr>
          <a:xfrm>
            <a:off x="3924300" y="4219575"/>
            <a:ext cx="38100" cy="2857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390D65EC-2092-496A-AF81-5C7D6278ADC7}"/>
              </a:ext>
            </a:extLst>
          </p:cNvPr>
          <p:cNvSpPr>
            <a:spLocks noGrp="1"/>
          </p:cNvSpPr>
          <p:nvPr/>
        </p:nvSpPr>
        <p:spPr>
          <a:xfrm>
            <a:off x="4000500" y="4286250"/>
            <a:ext cx="28575" cy="1524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C7AF0E93-9F39-407C-984F-97495AE35825}"/>
              </a:ext>
            </a:extLst>
          </p:cNvPr>
          <p:cNvSpPr>
            <a:spLocks noGrp="1"/>
          </p:cNvSpPr>
          <p:nvPr/>
        </p:nvSpPr>
        <p:spPr>
          <a:xfrm>
            <a:off x="4067175" y="4229100"/>
            <a:ext cx="866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通算-5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779C33DD-DFCF-469C-84B6-587CB82B11F2}"/>
              </a:ext>
            </a:extLst>
          </p:cNvPr>
          <p:cNvSpPr>
            <a:spLocks noGrp="1"/>
          </p:cNvSpPr>
          <p:nvPr/>
        </p:nvSpPr>
        <p:spPr>
          <a:xfrm>
            <a:off x="4962525" y="4295775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6BE448FC-ED58-44AD-A410-3049B576E75D}"/>
              </a:ext>
            </a:extLst>
          </p:cNvPr>
          <p:cNvSpPr>
            <a:spLocks noGrp="1"/>
          </p:cNvSpPr>
          <p:nvPr/>
        </p:nvSpPr>
        <p:spPr>
          <a:xfrm>
            <a:off x="3924300" y="4552950"/>
            <a:ext cx="1104900" cy="285750"/>
          </a:xfrm>
          <a:prstGeom prst="rect">
            <a:avLst/>
          </a:prstGeom>
          <a:solidFill>
            <a:srgbClr val="EDF2F5"/>
          </a:solidFill>
          <a:ln w="9525">
            <a:solidFill>
              <a:srgbClr val="A8BAC6"/>
            </a:solidFill>
          </a:ln>
        </p:spPr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58AE0B80-6920-475A-B4BE-C69258318A00}"/>
              </a:ext>
            </a:extLst>
          </p:cNvPr>
          <p:cNvSpPr>
            <a:spLocks noGrp="1"/>
          </p:cNvSpPr>
          <p:nvPr/>
        </p:nvSpPr>
        <p:spPr>
          <a:xfrm>
            <a:off x="3924300" y="4552950"/>
            <a:ext cx="38100" cy="285750"/>
          </a:xfrm>
          <a:prstGeom prst="rect">
            <a:avLst/>
          </a:prstGeom>
          <a:solidFill>
            <a:srgbClr val="377BB5"/>
          </a:solidFill>
          <a:ln w="9525">
            <a:solidFill>
              <a:srgbClr val="377BB5"/>
            </a:solidFill>
          </a:ln>
        </p:spPr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522F2AFC-0E30-4100-BB99-93CB05B60B31}"/>
              </a:ext>
            </a:extLst>
          </p:cNvPr>
          <p:cNvSpPr>
            <a:spLocks noGrp="1"/>
          </p:cNvSpPr>
          <p:nvPr/>
        </p:nvSpPr>
        <p:spPr>
          <a:xfrm>
            <a:off x="4000500" y="4619625"/>
            <a:ext cx="28575" cy="152400"/>
          </a:xfrm>
          <a:prstGeom prst="rect">
            <a:avLst/>
          </a:prstGeom>
          <a:solidFill>
            <a:srgbClr val="95A7B3"/>
          </a:solidFill>
          <a:ln w="9525">
            <a:solidFill>
              <a:srgbClr val="95A7B3"/>
            </a:solidFill>
          </a:ln>
        </p:spPr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EDD455C5-A246-4AD9-B017-99DC3807620B}"/>
              </a:ext>
            </a:extLst>
          </p:cNvPr>
          <p:cNvSpPr>
            <a:spLocks noGrp="1"/>
          </p:cNvSpPr>
          <p:nvPr/>
        </p:nvSpPr>
        <p:spPr>
          <a:xfrm>
            <a:off x="4067175" y="4562475"/>
            <a:ext cx="866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通算-6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1A9E35EE-E9FC-4AC4-B477-E07355D95ED5}"/>
              </a:ext>
            </a:extLst>
          </p:cNvPr>
          <p:cNvSpPr>
            <a:spLocks noGrp="1"/>
          </p:cNvSpPr>
          <p:nvPr/>
        </p:nvSpPr>
        <p:spPr>
          <a:xfrm>
            <a:off x="4962525" y="4629150"/>
            <a:ext cx="28575" cy="28575"/>
          </a:xfrm>
          <a:prstGeom prst="rect">
            <a:avLst/>
          </a:prstGeom>
          <a:solidFill>
            <a:srgbClr val="24AF96"/>
          </a:solidFill>
          <a:ln w="9525">
            <a:solidFill>
              <a:srgbClr val="24AF96"/>
            </a:solidFill>
          </a:ln>
        </p:spPr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BCDF5AD8-FC90-48ED-9F0B-B2E8C1E6BA10}"/>
              </a:ext>
            </a:extLst>
          </p:cNvPr>
          <p:cNvSpPr>
            <a:spLocks noGrp="1"/>
          </p:cNvSpPr>
          <p:nvPr/>
        </p:nvSpPr>
        <p:spPr>
          <a:xfrm>
            <a:off x="3895725" y="5181600"/>
            <a:ext cx="238125" cy="47625"/>
          </a:xfrm>
          <a:prstGeom prst="rect">
            <a:avLst/>
          </a:prstGeom>
          <a:solidFill>
            <a:srgbClr val="263F50"/>
          </a:solidFill>
          <a:ln w="9525">
            <a:solidFill>
              <a:srgbClr val="263F50"/>
            </a:solidFill>
          </a:ln>
        </p:spPr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CC09E7CB-9CC8-49A5-A961-129CEE434F24}"/>
              </a:ext>
            </a:extLst>
          </p:cNvPr>
          <p:cNvSpPr>
            <a:spLocks noGrp="1"/>
          </p:cNvSpPr>
          <p:nvPr/>
        </p:nvSpPr>
        <p:spPr>
          <a:xfrm>
            <a:off x="4819650" y="5181600"/>
            <a:ext cx="238125" cy="47625"/>
          </a:xfrm>
          <a:prstGeom prst="rect">
            <a:avLst/>
          </a:prstGeom>
          <a:solidFill>
            <a:srgbClr val="263F50"/>
          </a:solidFill>
          <a:ln w="9525">
            <a:solidFill>
              <a:srgbClr val="263F50"/>
            </a:solidFill>
          </a:ln>
        </p:spPr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0C097611-8EFF-4A9C-875C-77CA5FA5AA3E}"/>
              </a:ext>
            </a:extLst>
          </p:cNvPr>
          <p:cNvSpPr>
            <a:spLocks noGrp="1"/>
          </p:cNvSpPr>
          <p:nvPr/>
        </p:nvSpPr>
        <p:spPr>
          <a:xfrm>
            <a:off x="590550" y="5334000"/>
            <a:ext cx="4667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 / B</a:t>
            </a:r>
            <a:r>
              <a:rPr lang="en-US" altLang="zh-CN"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lang="zh-CN" altLang="en-US"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柜</a:t>
            </a: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：模型推理</a:t>
            </a:r>
          </a:p>
          <a:p>
            <a:pPr algn="l">
              <a:buNone/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</a:t>
            </a:r>
            <a:r>
              <a:rPr lang="zh-CN" altLang="en-US"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 柜</a:t>
            </a: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：MASS 平台及支撑服务</a:t>
            </a:r>
          </a:p>
        </p:txBody>
      </p:sp>
      <p:graphicFrame>
        <p:nvGraphicFramePr>
          <p:cNvPr id="419" name="表格 418"/>
          <p:cNvGraphicFramePr/>
          <p:nvPr>
            <p:extLst>
              <p:ext uri="{D42A27DB-BD31-4B8C-83A1-F6EECF244321}">
                <p14:modId xmlns:p14="http://schemas.microsoft.com/office/powerpoint/2010/main" val="1515711884"/>
              </p:ext>
            </p:extLst>
          </p:nvPr>
        </p:nvGraphicFramePr>
        <p:xfrm>
          <a:off x="5524500" y="2276734"/>
          <a:ext cx="6076950" cy="3296934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服务器 / 数量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单台配置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9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×2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16 张 NPU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已定：8×910B，8×200GE RoCE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参考：4×Kunpeng 920_5250，24×32GB 内存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 SATA，数据盘 4×1.92TB NVMe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参考卡标为 Ascend 910_4-64G，需核对型号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32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48 张 GPU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已定：8×NVIDIA T4（单卡 16GB）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待补：CPU、内存、系统盘、数据盘、网卡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整机需核验八卡槽位、供电和散热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17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既有设备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5218R，12×32GB DDR4 2933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2×480GB，数据盘 14×1.92TB SATA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 2×GE＋4×10GE，现有配置待资产核对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9" name="矩形 208">
            <a:extLst>
              <a:ext uri="{FF2B5EF4-FFF2-40B4-BE49-F238E27FC236}">
                <a16:creationId xmlns:a16="http://schemas.microsoft.com/office/drawing/2014/main" id="{01A8899C-E521-4859-B4CD-AA461CF992A5}"/>
              </a:ext>
            </a:extLst>
          </p:cNvPr>
          <p:cNvSpPr>
            <a:spLocks noGrp="1"/>
          </p:cNvSpPr>
          <p:nvPr/>
        </p:nvSpPr>
        <p:spPr>
          <a:xfrm>
            <a:off x="590550" y="5895975"/>
            <a:ext cx="110013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上架条件：每柜 1 台 910B＋3 台 T4＋网络设备的整机峰值及预留，不得超过机柜可用功率。</a:t>
            </a:r>
          </a:p>
        </p:txBody>
      </p:sp>
    </p:spTree>
    <p:extLst>
      <p:ext uri="{BB962C8B-B14F-4D97-AF65-F5344CB8AC3E}">
        <p14:creationId xmlns:p14="http://schemas.microsoft.com/office/powerpoint/2010/main" val="1207629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0206293-ADA8-448F-8E83-AB07DA06818C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7F196B-5FE6-4D26-8742-94812C1B699D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网络、存储与上架配套清单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C91976-E237-457E-9DFD-29AE7D72B327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3A7EC6-2BB6-4544-B354-49D8861EB4ED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404E57-4536-4C6E-9FD5-6877B99CD724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graphicFrame>
        <p:nvGraphicFramePr>
          <p:cNvPr id="17" name="表格 16"/>
          <p:cNvGraphicFramePr/>
          <p:nvPr>
            <p:extLst>
              <p:ext uri="{D42A27DB-BD31-4B8C-83A1-F6EECF244321}">
                <p14:modId xmlns:p14="http://schemas.microsoft.com/office/powerpoint/2010/main" val="4032380675"/>
              </p:ext>
            </p:extLst>
          </p:nvPr>
        </p:nvGraphicFramePr>
        <p:xfrm>
          <a:off x="571500" y="1634180"/>
          <a:ext cx="11049000" cy="3924300"/>
        </p:xfrm>
        <a:graphic>
          <a:graphicData uri="http://schemas.openxmlformats.org/drawingml/2006/table">
            <a:tbl>
              <a:tblPr/>
              <a:tblGrid>
                <a:gridCol w="168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设备类别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 / 状态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配置与盘点要求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台，已确定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32×200GE；本期接入 16 个 200GE 端口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另一参考为 16×400GE 分拆接入，需核验端口分拆及线缆兼容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光链路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条链路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个光模块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910B 各 8 条 200GE；服务器端 16 个＋交换机端 16 个模块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 16 组光纤，按模块接口和跨柜距离选型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48×25GE＋8×100GE；核对服务器网卡、上联与所需光模块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管理交换机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48×GE/10GE；接入 14 台服务器 BMC 及交换设备管理口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对象存储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可选，数量待定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4214R，12×16GB 内存，2×480GB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20×8TB HDD，2×1.6TB NVMe，2×1GE＋4×10GE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整机配件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逐台核对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机箱、主板、CPU/散热器、内存、系统/数据盘、磁盘控制器（按需）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八卡槽位及 Riser、网卡/BMC、风扇、冗余电源、导轨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机柜及机房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逐柜核对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PDU、电源线、接地、理线器、管理网线、业务光模块及光纤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供电回路、UPS、制冷、U 位及承重，核验新增与既有资源差缺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AE16B67-BDCF-498D-ADBE-275547E674B1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1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盘点结果应形成逐台配置表、逐端口接线表和逐柜功率表，再确定补购数量。</a:t>
            </a:r>
          </a:p>
        </p:txBody>
      </p:sp>
    </p:spTree>
    <p:extLst>
      <p:ext uri="{BB962C8B-B14F-4D97-AF65-F5344CB8AC3E}">
        <p14:creationId xmlns:p14="http://schemas.microsoft.com/office/powerpoint/2010/main" val="25336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 142">
            <a:extLst>
              <a:ext uri="{FF2B5EF4-FFF2-40B4-BE49-F238E27FC236}">
                <a16:creationId xmlns:a16="http://schemas.microsoft.com/office/drawing/2014/main" id="{0B0A5144-D3FE-45E8-A647-7D6463D73C71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881053-7F10-4F6A-B59F-DBEFB3974ED9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BB6825-9314-4610-A995-9F7691325F74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 台 RoCE 交换机、16 条 200GE 链路、双端 32 个光模块。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FDBE79-1D7E-434F-B6E3-6682BA98906C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11312C-919D-4A37-B6BD-8A5001A3E297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FA334B-AF83-4406-A5A0-C5E5B5E6319E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15EC50B-5C99-46A5-B6F2-4012271D6528}"/>
              </a:ext>
            </a:extLst>
          </p:cNvPr>
          <p:cNvSpPr>
            <a:spLocks noGrp="1"/>
          </p:cNvSpPr>
          <p:nvPr/>
        </p:nvSpPr>
        <p:spPr>
          <a:xfrm>
            <a:off x="6168077" y="2057918"/>
            <a:ext cx="2947350" cy="304800"/>
          </a:xfrm>
          <a:prstGeom prst="roundRect">
            <a:avLst>
              <a:gd name="adj" fmla="val 15625"/>
            </a:avLst>
          </a:prstGeom>
          <a:solidFill>
            <a:srgbClr val="E8F0F9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Internet / 压测入口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0CE75D8-BE00-4651-9BC9-2D0B4ADF4397}"/>
              </a:ext>
            </a:extLst>
          </p:cNvPr>
          <p:cNvSpPr>
            <a:spLocks noGrp="1"/>
          </p:cNvSpPr>
          <p:nvPr/>
        </p:nvSpPr>
        <p:spPr>
          <a:xfrm>
            <a:off x="6124577" y="2548325"/>
            <a:ext cx="2990850" cy="304800"/>
          </a:xfrm>
          <a:prstGeom prst="roundRect">
            <a:avLst>
              <a:gd name="adj" fmla="val 15625"/>
            </a:avLst>
          </a:prstGeom>
          <a:solidFill>
            <a:srgbClr val="F1F5E8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</a:t>
            </a:r>
          </a:p>
        </p:txBody>
      </p:sp>
      <p:cxnSp>
        <p:nvCxnSpPr>
          <p:cNvPr id="292" name="直线箭头连接符 291"/>
          <p:cNvCxnSpPr>
            <a:cxnSpLocks/>
            <a:stCxn id="7" idx="2"/>
            <a:endCxn id="8" idx="0"/>
          </p:cNvCxnSpPr>
          <p:nvPr/>
        </p:nvCxnSpPr>
        <p:spPr>
          <a:xfrm flipH="1">
            <a:off x="7620002" y="2362718"/>
            <a:ext cx="21750" cy="185607"/>
          </a:xfrm>
          <a:prstGeom prst="straightConnector1">
            <a:avLst/>
          </a:prstGeom>
          <a:ln w="12383">
            <a:solidFill>
              <a:srgbClr val="DC803E"/>
            </a:solidFill>
            <a:prstDash val="solid"/>
          </a:ln>
        </p:spPr>
      </p:cxn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8DC37B2-F0B0-4833-9B19-AA0A5A61CE35}"/>
              </a:ext>
            </a:extLst>
          </p:cNvPr>
          <p:cNvSpPr>
            <a:spLocks noGrp="1"/>
          </p:cNvSpPr>
          <p:nvPr/>
        </p:nvSpPr>
        <p:spPr>
          <a:xfrm>
            <a:off x="1161794" y="2221383"/>
            <a:ext cx="2600325" cy="304800"/>
          </a:xfrm>
          <a:prstGeom prst="roundRect">
            <a:avLst>
              <a:gd name="adj" fmla="val 15625"/>
            </a:avLst>
          </a:prstGeom>
          <a:solidFill>
            <a:srgbClr val="E7F5FA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</a:t>
            </a:r>
            <a:r>
              <a:rPr lang="zh-CN" altLang="en-US"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层</a:t>
            </a:r>
            <a:endParaRPr sz="1500">
              <a:solidFill>
                <a:srgbClr val="233D50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BFB3881-5B2C-4A20-912A-F59A731E2CB3}"/>
              </a:ext>
            </a:extLst>
          </p:cNvPr>
          <p:cNvSpPr>
            <a:spLocks noGrp="1"/>
          </p:cNvSpPr>
          <p:nvPr/>
        </p:nvSpPr>
        <p:spPr>
          <a:xfrm>
            <a:off x="980303" y="2972952"/>
            <a:ext cx="2981325" cy="333375"/>
          </a:xfrm>
          <a:prstGeom prst="roundRect">
            <a:avLst>
              <a:gd name="adj" fmla="val 14286"/>
            </a:avLst>
          </a:prstGeom>
          <a:solidFill>
            <a:srgbClr val="D9F2FA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C8A40FE-4BF0-476B-A83C-EF6E979121AF}"/>
              </a:ext>
            </a:extLst>
          </p:cNvPr>
          <p:cNvSpPr>
            <a:spLocks noGrp="1"/>
          </p:cNvSpPr>
          <p:nvPr/>
        </p:nvSpPr>
        <p:spPr>
          <a:xfrm>
            <a:off x="6154177" y="3059065"/>
            <a:ext cx="2990850" cy="333375"/>
          </a:xfrm>
          <a:prstGeom prst="roundRect">
            <a:avLst>
              <a:gd name="adj" fmla="val 14286"/>
            </a:avLst>
          </a:prstGeom>
          <a:solidFill>
            <a:srgbClr val="EDF5E2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296" name="直线箭头连接符 295"/>
          <p:cNvCxnSpPr>
            <a:stCxn id="10" idx="2"/>
            <a:endCxn id="11" idx="0"/>
          </p:cNvCxnSpPr>
          <p:nvPr/>
        </p:nvCxnSpPr>
        <p:spPr>
          <a:xfrm>
            <a:off x="2461957" y="2526183"/>
            <a:ext cx="9009" cy="446769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297" name="直线箭头连接符 296"/>
          <p:cNvCxnSpPr>
            <a:cxnSpLocks/>
            <a:stCxn id="8" idx="2"/>
            <a:endCxn id="12" idx="0"/>
          </p:cNvCxnSpPr>
          <p:nvPr/>
        </p:nvCxnSpPr>
        <p:spPr>
          <a:xfrm>
            <a:off x="7620002" y="2853125"/>
            <a:ext cx="29600" cy="205940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7536FD0-2C12-4F7A-B451-0962774C50AE}"/>
              </a:ext>
            </a:extLst>
          </p:cNvPr>
          <p:cNvSpPr>
            <a:spLocks noGrp="1"/>
          </p:cNvSpPr>
          <p:nvPr/>
        </p:nvSpPr>
        <p:spPr>
          <a:xfrm>
            <a:off x="561975" y="4076700"/>
            <a:ext cx="2876550" cy="1047750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BF226B6-DA12-425A-9FA5-D67591C31F8C}"/>
              </a:ext>
            </a:extLst>
          </p:cNvPr>
          <p:cNvSpPr>
            <a:spLocks noGrp="1"/>
          </p:cNvSpPr>
          <p:nvPr/>
        </p:nvSpPr>
        <p:spPr>
          <a:xfrm>
            <a:off x="3619500" y="4076700"/>
            <a:ext cx="3848100" cy="1047750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0217C29-ADF9-4427-9538-E0274AA210A1}"/>
              </a:ext>
            </a:extLst>
          </p:cNvPr>
          <p:cNvSpPr>
            <a:spLocks noGrp="1"/>
          </p:cNvSpPr>
          <p:nvPr/>
        </p:nvSpPr>
        <p:spPr>
          <a:xfrm>
            <a:off x="7658100" y="4076700"/>
            <a:ext cx="3971925" cy="1047750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0EB87B-8731-4B12-B190-B04B7ABB0C06}"/>
              </a:ext>
            </a:extLst>
          </p:cNvPr>
          <p:cNvSpPr>
            <a:spLocks noGrp="1"/>
          </p:cNvSpPr>
          <p:nvPr/>
        </p:nvSpPr>
        <p:spPr>
          <a:xfrm>
            <a:off x="619125" y="4857750"/>
            <a:ext cx="2714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· 通算 ×6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524CEEB-0DF8-4B9F-BBE7-FEB34E5083CC}"/>
              </a:ext>
            </a:extLst>
          </p:cNvPr>
          <p:cNvSpPr>
            <a:spLocks noGrp="1"/>
          </p:cNvSpPr>
          <p:nvPr/>
        </p:nvSpPr>
        <p:spPr>
          <a:xfrm>
            <a:off x="5953125" y="4857750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/ 10 kW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06619E-4B65-4DAD-92DE-107BBE9DDA2A}"/>
              </a:ext>
            </a:extLst>
          </p:cNvPr>
          <p:cNvSpPr>
            <a:spLocks noGrp="1"/>
          </p:cNvSpPr>
          <p:nvPr/>
        </p:nvSpPr>
        <p:spPr>
          <a:xfrm>
            <a:off x="10048875" y="4857750"/>
            <a:ext cx="14954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C / 10 kW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C38E36AB-6C62-4E15-87CE-76160412EE2B}"/>
              </a:ext>
            </a:extLst>
          </p:cNvPr>
          <p:cNvSpPr>
            <a:spLocks noGrp="1"/>
          </p:cNvSpPr>
          <p:nvPr/>
        </p:nvSpPr>
        <p:spPr>
          <a:xfrm>
            <a:off x="78105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12F929D-70AA-4B55-92E3-EB059780F9EB}"/>
              </a:ext>
            </a:extLst>
          </p:cNvPr>
          <p:cNvSpPr>
            <a:spLocks noGrp="1"/>
          </p:cNvSpPr>
          <p:nvPr/>
        </p:nvSpPr>
        <p:spPr>
          <a:xfrm>
            <a:off x="95250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15" name="直线箭头连接符 314"/>
          <p:cNvCxnSpPr>
            <a:stCxn id="11" idx="2"/>
            <a:endCxn id="30" idx="0"/>
          </p:cNvCxnSpPr>
          <p:nvPr/>
        </p:nvCxnSpPr>
        <p:spPr>
          <a:xfrm flipH="1">
            <a:off x="847725" y="3306327"/>
            <a:ext cx="1623241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16" name="直线箭头连接符 315"/>
          <p:cNvCxnSpPr>
            <a:stCxn id="12" idx="2"/>
            <a:endCxn id="31" idx="0"/>
          </p:cNvCxnSpPr>
          <p:nvPr/>
        </p:nvCxnSpPr>
        <p:spPr>
          <a:xfrm flipH="1">
            <a:off x="1019175" y="3392440"/>
            <a:ext cx="6630427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AA57AF53-55A4-4F5A-8D85-15F17A01C5A0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781050" cy="466725"/>
          </a:xfrm>
          <a:prstGeom prst="roundRect">
            <a:avLst>
              <a:gd name="adj" fmla="val 10204"/>
            </a:avLst>
          </a:prstGeom>
          <a:solidFill>
            <a:srgbClr val="E3EBF4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5381E7D6-3C21-4594-A115-1D3A046E2523}"/>
              </a:ext>
            </a:extLst>
          </p:cNvPr>
          <p:cNvSpPr>
            <a:spLocks noGrp="1"/>
          </p:cNvSpPr>
          <p:nvPr/>
        </p:nvSpPr>
        <p:spPr>
          <a:xfrm>
            <a:off x="1685925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F1B25A22-D399-4A4F-834F-0B72AC083AD0}"/>
              </a:ext>
            </a:extLst>
          </p:cNvPr>
          <p:cNvSpPr>
            <a:spLocks noGrp="1"/>
          </p:cNvSpPr>
          <p:nvPr/>
        </p:nvSpPr>
        <p:spPr>
          <a:xfrm>
            <a:off x="1857375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20" name="直线箭头连接符 319"/>
          <p:cNvCxnSpPr>
            <a:stCxn id="11" idx="2"/>
            <a:endCxn id="35" idx="0"/>
          </p:cNvCxnSpPr>
          <p:nvPr/>
        </p:nvCxnSpPr>
        <p:spPr>
          <a:xfrm flipH="1">
            <a:off x="1752600" y="3306327"/>
            <a:ext cx="718366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21" name="直线箭头连接符 320"/>
          <p:cNvCxnSpPr>
            <a:stCxn id="12" idx="2"/>
            <a:endCxn id="36" idx="0"/>
          </p:cNvCxnSpPr>
          <p:nvPr/>
        </p:nvCxnSpPr>
        <p:spPr>
          <a:xfrm flipH="1">
            <a:off x="1924050" y="3392440"/>
            <a:ext cx="5725552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4762544D-DC9E-4E39-AC74-C197EA80268C}"/>
              </a:ext>
            </a:extLst>
          </p:cNvPr>
          <p:cNvSpPr>
            <a:spLocks noGrp="1"/>
          </p:cNvSpPr>
          <p:nvPr/>
        </p:nvSpPr>
        <p:spPr>
          <a:xfrm>
            <a:off x="1571625" y="4267200"/>
            <a:ext cx="857250" cy="466725"/>
          </a:xfrm>
          <a:prstGeom prst="roundRect">
            <a:avLst>
              <a:gd name="adj" fmla="val 10204"/>
            </a:avLst>
          </a:prstGeom>
          <a:solidFill>
            <a:srgbClr val="E3EBF4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A39245C-FDDE-4879-9C82-E02DF229003B}"/>
              </a:ext>
            </a:extLst>
          </p:cNvPr>
          <p:cNvSpPr>
            <a:spLocks noGrp="1"/>
          </p:cNvSpPr>
          <p:nvPr/>
        </p:nvSpPr>
        <p:spPr>
          <a:xfrm>
            <a:off x="266700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7DEACB31-C502-4659-AB26-A4F472059885}"/>
              </a:ext>
            </a:extLst>
          </p:cNvPr>
          <p:cNvSpPr>
            <a:spLocks noGrp="1"/>
          </p:cNvSpPr>
          <p:nvPr/>
        </p:nvSpPr>
        <p:spPr>
          <a:xfrm>
            <a:off x="283845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25" name="直线箭头连接符 324"/>
          <p:cNvCxnSpPr>
            <a:stCxn id="11" idx="2"/>
            <a:endCxn id="40" idx="0"/>
          </p:cNvCxnSpPr>
          <p:nvPr/>
        </p:nvCxnSpPr>
        <p:spPr>
          <a:xfrm>
            <a:off x="2470966" y="3306327"/>
            <a:ext cx="262709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26" name="直线箭头连接符 325"/>
          <p:cNvCxnSpPr>
            <a:stCxn id="12" idx="2"/>
            <a:endCxn id="41" idx="0"/>
          </p:cNvCxnSpPr>
          <p:nvPr/>
        </p:nvCxnSpPr>
        <p:spPr>
          <a:xfrm flipH="1">
            <a:off x="2905125" y="3392440"/>
            <a:ext cx="4744477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23E5A68E-5E6F-42A5-9941-A8B6CBD2C671}"/>
              </a:ext>
            </a:extLst>
          </p:cNvPr>
          <p:cNvSpPr>
            <a:spLocks noGrp="1"/>
          </p:cNvSpPr>
          <p:nvPr/>
        </p:nvSpPr>
        <p:spPr>
          <a:xfrm>
            <a:off x="2552700" y="4267200"/>
            <a:ext cx="781050" cy="466725"/>
          </a:xfrm>
          <a:prstGeom prst="roundRect">
            <a:avLst>
              <a:gd name="adj" fmla="val 10204"/>
            </a:avLst>
          </a:prstGeom>
          <a:solidFill>
            <a:srgbClr val="E3EBF4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7B737B75-17AD-4BC5-A632-82549B19526B}"/>
              </a:ext>
            </a:extLst>
          </p:cNvPr>
          <p:cNvSpPr>
            <a:spLocks noGrp="1"/>
          </p:cNvSpPr>
          <p:nvPr/>
        </p:nvSpPr>
        <p:spPr>
          <a:xfrm>
            <a:off x="384810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03DB3247-1C30-440C-9F82-A52A99F3781D}"/>
              </a:ext>
            </a:extLst>
          </p:cNvPr>
          <p:cNvSpPr>
            <a:spLocks noGrp="1"/>
          </p:cNvSpPr>
          <p:nvPr/>
        </p:nvSpPr>
        <p:spPr>
          <a:xfrm>
            <a:off x="401955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30" name="直线箭头连接符 329"/>
          <p:cNvCxnSpPr>
            <a:stCxn id="11" idx="2"/>
            <a:endCxn id="45" idx="0"/>
          </p:cNvCxnSpPr>
          <p:nvPr/>
        </p:nvCxnSpPr>
        <p:spPr>
          <a:xfrm>
            <a:off x="2470966" y="3306327"/>
            <a:ext cx="1443809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31" name="直线箭头连接符 330"/>
          <p:cNvCxnSpPr>
            <a:stCxn id="12" idx="2"/>
            <a:endCxn id="46" idx="0"/>
          </p:cNvCxnSpPr>
          <p:nvPr/>
        </p:nvCxnSpPr>
        <p:spPr>
          <a:xfrm flipH="1">
            <a:off x="4086225" y="3392440"/>
            <a:ext cx="3563377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F29A85AF-1B40-4ADA-989A-77A8D784ACF5}"/>
              </a:ext>
            </a:extLst>
          </p:cNvPr>
          <p:cNvSpPr>
            <a:spLocks noGrp="1"/>
          </p:cNvSpPr>
          <p:nvPr/>
        </p:nvSpPr>
        <p:spPr>
          <a:xfrm>
            <a:off x="3733800" y="4267200"/>
            <a:ext cx="1295400" cy="466725"/>
          </a:xfrm>
          <a:prstGeom prst="roundRect">
            <a:avLst>
              <a:gd name="adj" fmla="val 10204"/>
            </a:avLst>
          </a:prstGeom>
          <a:solidFill>
            <a:srgbClr val="EDE4F5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910B-1 / 8 卡</a:t>
            </a:r>
          </a:p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D539A166-397E-46A3-9116-CA0FA686D438}"/>
              </a:ext>
            </a:extLst>
          </p:cNvPr>
          <p:cNvSpPr>
            <a:spLocks noGrp="1"/>
          </p:cNvSpPr>
          <p:nvPr/>
        </p:nvSpPr>
        <p:spPr>
          <a:xfrm>
            <a:off x="37719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EC00DEBB-95D8-4024-9A3D-E912C0362035}"/>
              </a:ext>
            </a:extLst>
          </p:cNvPr>
          <p:cNvSpPr>
            <a:spLocks noGrp="1"/>
          </p:cNvSpPr>
          <p:nvPr/>
        </p:nvSpPr>
        <p:spPr>
          <a:xfrm>
            <a:off x="39243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AD165F64-4D5D-4F30-AEAA-683CA863AC6B}"/>
              </a:ext>
            </a:extLst>
          </p:cNvPr>
          <p:cNvSpPr>
            <a:spLocks noGrp="1"/>
          </p:cNvSpPr>
          <p:nvPr/>
        </p:nvSpPr>
        <p:spPr>
          <a:xfrm>
            <a:off x="40767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871CF520-BAC9-4243-9DE4-AF1ED4190BCC}"/>
              </a:ext>
            </a:extLst>
          </p:cNvPr>
          <p:cNvSpPr>
            <a:spLocks noGrp="1"/>
          </p:cNvSpPr>
          <p:nvPr/>
        </p:nvSpPr>
        <p:spPr>
          <a:xfrm>
            <a:off x="42291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D2CC9C9B-39F2-43B3-9965-C38C18FF69AE}"/>
              </a:ext>
            </a:extLst>
          </p:cNvPr>
          <p:cNvSpPr>
            <a:spLocks noGrp="1"/>
          </p:cNvSpPr>
          <p:nvPr/>
        </p:nvSpPr>
        <p:spPr>
          <a:xfrm>
            <a:off x="43815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329D13EF-E510-43B5-A052-F223F93DFAFE}"/>
              </a:ext>
            </a:extLst>
          </p:cNvPr>
          <p:cNvSpPr>
            <a:spLocks noGrp="1"/>
          </p:cNvSpPr>
          <p:nvPr/>
        </p:nvSpPr>
        <p:spPr>
          <a:xfrm>
            <a:off x="45339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2D395F11-63C4-433C-9498-A78A47A1A4EE}"/>
              </a:ext>
            </a:extLst>
          </p:cNvPr>
          <p:cNvSpPr>
            <a:spLocks noGrp="1"/>
          </p:cNvSpPr>
          <p:nvPr/>
        </p:nvSpPr>
        <p:spPr>
          <a:xfrm>
            <a:off x="46863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7C08D0AE-C8C1-41EA-AE27-523FB4FB3DAA}"/>
              </a:ext>
            </a:extLst>
          </p:cNvPr>
          <p:cNvSpPr>
            <a:spLocks noGrp="1"/>
          </p:cNvSpPr>
          <p:nvPr/>
        </p:nvSpPr>
        <p:spPr>
          <a:xfrm>
            <a:off x="48387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13651CE6-649C-48D0-84B1-096B52143E00}"/>
              </a:ext>
            </a:extLst>
          </p:cNvPr>
          <p:cNvSpPr>
            <a:spLocks noGrp="1"/>
          </p:cNvSpPr>
          <p:nvPr/>
        </p:nvSpPr>
        <p:spPr>
          <a:xfrm>
            <a:off x="525780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8FC46FB1-5630-424E-AD87-75D353F6D651}"/>
              </a:ext>
            </a:extLst>
          </p:cNvPr>
          <p:cNvSpPr>
            <a:spLocks noGrp="1"/>
          </p:cNvSpPr>
          <p:nvPr/>
        </p:nvSpPr>
        <p:spPr>
          <a:xfrm>
            <a:off x="542925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43" name="直线箭头连接符 342"/>
          <p:cNvCxnSpPr>
            <a:stCxn id="11" idx="2"/>
            <a:endCxn id="58" idx="0"/>
          </p:cNvCxnSpPr>
          <p:nvPr/>
        </p:nvCxnSpPr>
        <p:spPr>
          <a:xfrm>
            <a:off x="2470966" y="3306327"/>
            <a:ext cx="2853509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44" name="直线箭头连接符 343"/>
          <p:cNvCxnSpPr>
            <a:stCxn id="12" idx="2"/>
            <a:endCxn id="59" idx="0"/>
          </p:cNvCxnSpPr>
          <p:nvPr/>
        </p:nvCxnSpPr>
        <p:spPr>
          <a:xfrm flipH="1">
            <a:off x="5495925" y="3392440"/>
            <a:ext cx="2153677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800DB2D6-AF42-498F-A201-E0276BF2B30C}"/>
              </a:ext>
            </a:extLst>
          </p:cNvPr>
          <p:cNvSpPr>
            <a:spLocks noGrp="1"/>
          </p:cNvSpPr>
          <p:nvPr/>
        </p:nvSpPr>
        <p:spPr>
          <a:xfrm>
            <a:off x="5143500" y="4267200"/>
            <a:ext cx="695325" cy="466725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46E7C3E3-6696-43DB-A0D0-419286F76B80}"/>
              </a:ext>
            </a:extLst>
          </p:cNvPr>
          <p:cNvSpPr>
            <a:spLocks noGrp="1"/>
          </p:cNvSpPr>
          <p:nvPr/>
        </p:nvSpPr>
        <p:spPr>
          <a:xfrm>
            <a:off x="6010275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F284F84F-9C21-4A61-8DF3-E8C172192673}"/>
              </a:ext>
            </a:extLst>
          </p:cNvPr>
          <p:cNvSpPr>
            <a:spLocks noGrp="1"/>
          </p:cNvSpPr>
          <p:nvPr/>
        </p:nvSpPr>
        <p:spPr>
          <a:xfrm>
            <a:off x="6181725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48" name="直线箭头连接符 347"/>
          <p:cNvCxnSpPr>
            <a:stCxn id="11" idx="2"/>
            <a:endCxn id="63" idx="0"/>
          </p:cNvCxnSpPr>
          <p:nvPr/>
        </p:nvCxnSpPr>
        <p:spPr>
          <a:xfrm>
            <a:off x="2470966" y="3306327"/>
            <a:ext cx="3605984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49" name="直线箭头连接符 348"/>
          <p:cNvCxnSpPr>
            <a:stCxn id="12" idx="2"/>
            <a:endCxn id="64" idx="0"/>
          </p:cNvCxnSpPr>
          <p:nvPr/>
        </p:nvCxnSpPr>
        <p:spPr>
          <a:xfrm flipH="1">
            <a:off x="6248400" y="3392440"/>
            <a:ext cx="1401202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867E5A9F-8B92-4C70-B250-182B0D7D7496}"/>
              </a:ext>
            </a:extLst>
          </p:cNvPr>
          <p:cNvSpPr>
            <a:spLocks noGrp="1"/>
          </p:cNvSpPr>
          <p:nvPr/>
        </p:nvSpPr>
        <p:spPr>
          <a:xfrm>
            <a:off x="5895975" y="4267200"/>
            <a:ext cx="695325" cy="466725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ABE63380-9EF3-4B3A-BC43-5E75D13EE1D4}"/>
              </a:ext>
            </a:extLst>
          </p:cNvPr>
          <p:cNvSpPr>
            <a:spLocks noGrp="1"/>
          </p:cNvSpPr>
          <p:nvPr/>
        </p:nvSpPr>
        <p:spPr>
          <a:xfrm>
            <a:off x="676275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A192CF9B-CE01-435D-AE0B-D61E4F85D22B}"/>
              </a:ext>
            </a:extLst>
          </p:cNvPr>
          <p:cNvSpPr>
            <a:spLocks noGrp="1"/>
          </p:cNvSpPr>
          <p:nvPr/>
        </p:nvSpPr>
        <p:spPr>
          <a:xfrm>
            <a:off x="693420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53" name="直线箭头连接符 352"/>
          <p:cNvCxnSpPr>
            <a:stCxn id="11" idx="2"/>
            <a:endCxn id="68" idx="0"/>
          </p:cNvCxnSpPr>
          <p:nvPr/>
        </p:nvCxnSpPr>
        <p:spPr>
          <a:xfrm>
            <a:off x="2470966" y="3306327"/>
            <a:ext cx="4358459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54" name="直线箭头连接符 353"/>
          <p:cNvCxnSpPr>
            <a:stCxn id="12" idx="2"/>
            <a:endCxn id="69" idx="0"/>
          </p:cNvCxnSpPr>
          <p:nvPr/>
        </p:nvCxnSpPr>
        <p:spPr>
          <a:xfrm flipH="1">
            <a:off x="7000875" y="3392440"/>
            <a:ext cx="648727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3F9C6DAB-D1FC-444A-A7F9-17F7BEE5CB65}"/>
              </a:ext>
            </a:extLst>
          </p:cNvPr>
          <p:cNvSpPr>
            <a:spLocks noGrp="1"/>
          </p:cNvSpPr>
          <p:nvPr/>
        </p:nvSpPr>
        <p:spPr>
          <a:xfrm>
            <a:off x="6648450" y="4267200"/>
            <a:ext cx="695325" cy="466725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EFDF499E-C946-457A-896B-51191B448992}"/>
              </a:ext>
            </a:extLst>
          </p:cNvPr>
          <p:cNvSpPr>
            <a:spLocks noGrp="1"/>
          </p:cNvSpPr>
          <p:nvPr/>
        </p:nvSpPr>
        <p:spPr>
          <a:xfrm>
            <a:off x="788670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123BF8CC-BE0E-4C9C-B613-03148D1F2E7D}"/>
              </a:ext>
            </a:extLst>
          </p:cNvPr>
          <p:cNvSpPr>
            <a:spLocks noGrp="1"/>
          </p:cNvSpPr>
          <p:nvPr/>
        </p:nvSpPr>
        <p:spPr>
          <a:xfrm>
            <a:off x="805815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58" name="直线箭头连接符 357"/>
          <p:cNvCxnSpPr>
            <a:stCxn id="11" idx="2"/>
            <a:endCxn id="73" idx="0"/>
          </p:cNvCxnSpPr>
          <p:nvPr/>
        </p:nvCxnSpPr>
        <p:spPr>
          <a:xfrm>
            <a:off x="2470966" y="3306327"/>
            <a:ext cx="5482409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59" name="直线箭头连接符 358"/>
          <p:cNvCxnSpPr>
            <a:stCxn id="12" idx="2"/>
            <a:endCxn id="74" idx="0"/>
          </p:cNvCxnSpPr>
          <p:nvPr/>
        </p:nvCxnSpPr>
        <p:spPr>
          <a:xfrm>
            <a:off x="7649602" y="3392440"/>
            <a:ext cx="475223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F64EF3FA-504C-43D1-B38F-E99FCCAF76DE}"/>
              </a:ext>
            </a:extLst>
          </p:cNvPr>
          <p:cNvSpPr>
            <a:spLocks noGrp="1"/>
          </p:cNvSpPr>
          <p:nvPr/>
        </p:nvSpPr>
        <p:spPr>
          <a:xfrm>
            <a:off x="7772400" y="4267200"/>
            <a:ext cx="1295400" cy="466725"/>
          </a:xfrm>
          <a:prstGeom prst="roundRect">
            <a:avLst>
              <a:gd name="adj" fmla="val 10204"/>
            </a:avLst>
          </a:prstGeom>
          <a:solidFill>
            <a:srgbClr val="EDE4F5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910B-2 / 8 卡</a:t>
            </a:r>
          </a:p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42EDB5F2-9444-4540-B587-C20D73A3CDC1}"/>
              </a:ext>
            </a:extLst>
          </p:cNvPr>
          <p:cNvSpPr>
            <a:spLocks noGrp="1"/>
          </p:cNvSpPr>
          <p:nvPr/>
        </p:nvSpPr>
        <p:spPr>
          <a:xfrm>
            <a:off x="78105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68861155-28FD-4F3C-9054-64FC6C6F7896}"/>
              </a:ext>
            </a:extLst>
          </p:cNvPr>
          <p:cNvSpPr>
            <a:spLocks noGrp="1"/>
          </p:cNvSpPr>
          <p:nvPr/>
        </p:nvSpPr>
        <p:spPr>
          <a:xfrm>
            <a:off x="79629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50BBE2FF-4591-420B-A43A-F6482215D9E1}"/>
              </a:ext>
            </a:extLst>
          </p:cNvPr>
          <p:cNvSpPr>
            <a:spLocks noGrp="1"/>
          </p:cNvSpPr>
          <p:nvPr/>
        </p:nvSpPr>
        <p:spPr>
          <a:xfrm>
            <a:off x="81153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70ECC082-7392-4BB3-BE4B-5538E3236768}"/>
              </a:ext>
            </a:extLst>
          </p:cNvPr>
          <p:cNvSpPr>
            <a:spLocks noGrp="1"/>
          </p:cNvSpPr>
          <p:nvPr/>
        </p:nvSpPr>
        <p:spPr>
          <a:xfrm>
            <a:off x="82677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10559CC1-0A96-4786-965F-F31C1D97596B}"/>
              </a:ext>
            </a:extLst>
          </p:cNvPr>
          <p:cNvSpPr>
            <a:spLocks noGrp="1"/>
          </p:cNvSpPr>
          <p:nvPr/>
        </p:nvSpPr>
        <p:spPr>
          <a:xfrm>
            <a:off x="84201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3" name="圆角矩形 82">
            <a:extLst>
              <a:ext uri="{FF2B5EF4-FFF2-40B4-BE49-F238E27FC236}">
                <a16:creationId xmlns:a16="http://schemas.microsoft.com/office/drawing/2014/main" id="{20CE428A-550E-44B5-AFCE-F7291D909F7A}"/>
              </a:ext>
            </a:extLst>
          </p:cNvPr>
          <p:cNvSpPr>
            <a:spLocks noGrp="1"/>
          </p:cNvSpPr>
          <p:nvPr/>
        </p:nvSpPr>
        <p:spPr>
          <a:xfrm>
            <a:off x="85725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0337F21B-72AC-481E-833C-41E1F74F927E}"/>
              </a:ext>
            </a:extLst>
          </p:cNvPr>
          <p:cNvSpPr>
            <a:spLocks noGrp="1"/>
          </p:cNvSpPr>
          <p:nvPr/>
        </p:nvSpPr>
        <p:spPr>
          <a:xfrm>
            <a:off x="87249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7D10AFE2-DF54-417D-8DC7-1B9C7C517CF9}"/>
              </a:ext>
            </a:extLst>
          </p:cNvPr>
          <p:cNvSpPr>
            <a:spLocks noGrp="1"/>
          </p:cNvSpPr>
          <p:nvPr/>
        </p:nvSpPr>
        <p:spPr>
          <a:xfrm>
            <a:off x="8877300" y="4733925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B69C3898-4603-480C-942A-14D8D9E8747F}"/>
              </a:ext>
            </a:extLst>
          </p:cNvPr>
          <p:cNvSpPr>
            <a:spLocks noGrp="1"/>
          </p:cNvSpPr>
          <p:nvPr/>
        </p:nvSpPr>
        <p:spPr>
          <a:xfrm>
            <a:off x="929640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DFFE2F98-C554-4637-ABA2-A230FB17E383}"/>
              </a:ext>
            </a:extLst>
          </p:cNvPr>
          <p:cNvSpPr>
            <a:spLocks noGrp="1"/>
          </p:cNvSpPr>
          <p:nvPr/>
        </p:nvSpPr>
        <p:spPr>
          <a:xfrm>
            <a:off x="946785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71" name="直线箭头连接符 370"/>
          <p:cNvCxnSpPr>
            <a:stCxn id="11" idx="2"/>
            <a:endCxn id="86" idx="0"/>
          </p:cNvCxnSpPr>
          <p:nvPr/>
        </p:nvCxnSpPr>
        <p:spPr>
          <a:xfrm>
            <a:off x="2470966" y="3306327"/>
            <a:ext cx="6892109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72" name="直线箭头连接符 371"/>
          <p:cNvCxnSpPr>
            <a:stCxn id="12" idx="2"/>
            <a:endCxn id="87" idx="0"/>
          </p:cNvCxnSpPr>
          <p:nvPr/>
        </p:nvCxnSpPr>
        <p:spPr>
          <a:xfrm>
            <a:off x="7649602" y="3392440"/>
            <a:ext cx="1884923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90" name="圆角矩形 89">
            <a:extLst>
              <a:ext uri="{FF2B5EF4-FFF2-40B4-BE49-F238E27FC236}">
                <a16:creationId xmlns:a16="http://schemas.microsoft.com/office/drawing/2014/main" id="{8EF761D8-3F06-4640-94CE-A16389356E9F}"/>
              </a:ext>
            </a:extLst>
          </p:cNvPr>
          <p:cNvSpPr>
            <a:spLocks noGrp="1"/>
          </p:cNvSpPr>
          <p:nvPr/>
        </p:nvSpPr>
        <p:spPr>
          <a:xfrm>
            <a:off x="9182100" y="4267200"/>
            <a:ext cx="695325" cy="466725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1" name="圆角矩形 90">
            <a:extLst>
              <a:ext uri="{FF2B5EF4-FFF2-40B4-BE49-F238E27FC236}">
                <a16:creationId xmlns:a16="http://schemas.microsoft.com/office/drawing/2014/main" id="{20CC2387-DD32-4A66-9CB4-85BB74E3E3A9}"/>
              </a:ext>
            </a:extLst>
          </p:cNvPr>
          <p:cNvSpPr>
            <a:spLocks noGrp="1"/>
          </p:cNvSpPr>
          <p:nvPr/>
        </p:nvSpPr>
        <p:spPr>
          <a:xfrm>
            <a:off x="10048875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E2C4A7A9-71E0-48CD-99A1-A60FB4F275BF}"/>
              </a:ext>
            </a:extLst>
          </p:cNvPr>
          <p:cNvSpPr>
            <a:spLocks noGrp="1"/>
          </p:cNvSpPr>
          <p:nvPr/>
        </p:nvSpPr>
        <p:spPr>
          <a:xfrm>
            <a:off x="10220325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76" name="直线箭头连接符 375"/>
          <p:cNvCxnSpPr>
            <a:stCxn id="11" idx="2"/>
            <a:endCxn id="91" idx="0"/>
          </p:cNvCxnSpPr>
          <p:nvPr/>
        </p:nvCxnSpPr>
        <p:spPr>
          <a:xfrm>
            <a:off x="2470966" y="3306327"/>
            <a:ext cx="7644584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77" name="直线箭头连接符 376"/>
          <p:cNvCxnSpPr>
            <a:stCxn id="12" idx="2"/>
            <a:endCxn id="92" idx="0"/>
          </p:cNvCxnSpPr>
          <p:nvPr/>
        </p:nvCxnSpPr>
        <p:spPr>
          <a:xfrm>
            <a:off x="7649602" y="3392440"/>
            <a:ext cx="2637398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95" name="圆角矩形 94">
            <a:extLst>
              <a:ext uri="{FF2B5EF4-FFF2-40B4-BE49-F238E27FC236}">
                <a16:creationId xmlns:a16="http://schemas.microsoft.com/office/drawing/2014/main" id="{F559C443-A88A-42DD-813D-CA542612009C}"/>
              </a:ext>
            </a:extLst>
          </p:cNvPr>
          <p:cNvSpPr>
            <a:spLocks noGrp="1"/>
          </p:cNvSpPr>
          <p:nvPr/>
        </p:nvSpPr>
        <p:spPr>
          <a:xfrm>
            <a:off x="9934575" y="4267200"/>
            <a:ext cx="695325" cy="466725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6" name="圆角矩形 95">
            <a:extLst>
              <a:ext uri="{FF2B5EF4-FFF2-40B4-BE49-F238E27FC236}">
                <a16:creationId xmlns:a16="http://schemas.microsoft.com/office/drawing/2014/main" id="{80C6D3D5-2B00-4F4F-A82A-AD83A3EF7533}"/>
              </a:ext>
            </a:extLst>
          </p:cNvPr>
          <p:cNvSpPr>
            <a:spLocks noGrp="1"/>
          </p:cNvSpPr>
          <p:nvPr/>
        </p:nvSpPr>
        <p:spPr>
          <a:xfrm>
            <a:off x="1080135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159CB7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97" name="圆角矩形 96">
            <a:extLst>
              <a:ext uri="{FF2B5EF4-FFF2-40B4-BE49-F238E27FC236}">
                <a16:creationId xmlns:a16="http://schemas.microsoft.com/office/drawing/2014/main" id="{130367FF-B1C2-4168-AB32-6F8CCE0EBDA6}"/>
              </a:ext>
            </a:extLst>
          </p:cNvPr>
          <p:cNvSpPr>
            <a:spLocks noGrp="1"/>
          </p:cNvSpPr>
          <p:nvPr/>
        </p:nvSpPr>
        <p:spPr>
          <a:xfrm>
            <a:off x="10972800" y="4105275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628E3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381" name="直线箭头连接符 380"/>
          <p:cNvCxnSpPr>
            <a:stCxn id="11" idx="2"/>
            <a:endCxn id="96" idx="0"/>
          </p:cNvCxnSpPr>
          <p:nvPr/>
        </p:nvCxnSpPr>
        <p:spPr>
          <a:xfrm>
            <a:off x="2470966" y="3306327"/>
            <a:ext cx="8397059" cy="798948"/>
          </a:xfrm>
          <a:prstGeom prst="straightConnector1">
            <a:avLst/>
          </a:prstGeom>
          <a:ln w="12383">
            <a:solidFill>
              <a:srgbClr val="159CB7"/>
            </a:solidFill>
            <a:prstDash val="solid"/>
          </a:ln>
        </p:spPr>
      </p:cxnSp>
      <p:cxnSp>
        <p:nvCxnSpPr>
          <p:cNvPr id="382" name="直线箭头连接符 381"/>
          <p:cNvCxnSpPr>
            <a:stCxn id="12" idx="2"/>
            <a:endCxn id="97" idx="0"/>
          </p:cNvCxnSpPr>
          <p:nvPr/>
        </p:nvCxnSpPr>
        <p:spPr>
          <a:xfrm>
            <a:off x="7649602" y="3392440"/>
            <a:ext cx="3389873" cy="712835"/>
          </a:xfrm>
          <a:prstGeom prst="straightConnector1">
            <a:avLst/>
          </a:prstGeom>
          <a:ln w="12383">
            <a:solidFill>
              <a:srgbClr val="628E3D"/>
            </a:solidFill>
            <a:prstDash val="solid"/>
          </a:ln>
        </p:spPr>
      </p:cxnSp>
      <p:sp>
        <p:nvSpPr>
          <p:cNvPr id="100" name="圆角矩形 99">
            <a:extLst>
              <a:ext uri="{FF2B5EF4-FFF2-40B4-BE49-F238E27FC236}">
                <a16:creationId xmlns:a16="http://schemas.microsoft.com/office/drawing/2014/main" id="{8CA10AF0-0BD9-446C-A0CF-D6E3A68010C9}"/>
              </a:ext>
            </a:extLst>
          </p:cNvPr>
          <p:cNvSpPr>
            <a:spLocks noGrp="1"/>
          </p:cNvSpPr>
          <p:nvPr/>
        </p:nvSpPr>
        <p:spPr>
          <a:xfrm>
            <a:off x="10687050" y="4267200"/>
            <a:ext cx="819150" cy="466725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1" name="圆角矩形 100">
            <a:extLst>
              <a:ext uri="{FF2B5EF4-FFF2-40B4-BE49-F238E27FC236}">
                <a16:creationId xmlns:a16="http://schemas.microsoft.com/office/drawing/2014/main" id="{A724D64F-9835-4310-B591-530B367E3F53}"/>
              </a:ext>
            </a:extLst>
          </p:cNvPr>
          <p:cNvSpPr>
            <a:spLocks noGrp="1"/>
          </p:cNvSpPr>
          <p:nvPr/>
        </p:nvSpPr>
        <p:spPr>
          <a:xfrm>
            <a:off x="4886325" y="5648325"/>
            <a:ext cx="4886325" cy="314325"/>
          </a:xfrm>
          <a:prstGeom prst="roundRect">
            <a:avLst>
              <a:gd name="adj" fmla="val 15152"/>
            </a:avLst>
          </a:prstGeom>
          <a:solidFill>
            <a:srgbClr val="EDE4F5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B 柜）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FC049538-FF89-4698-8A89-41719B4556EC}"/>
              </a:ext>
            </a:extLst>
          </p:cNvPr>
          <p:cNvSpPr>
            <a:spLocks noGrp="1"/>
          </p:cNvSpPr>
          <p:nvPr/>
        </p:nvSpPr>
        <p:spPr>
          <a:xfrm>
            <a:off x="5143500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386" name="直线箭头连接符 385"/>
          <p:cNvCxnSpPr>
            <a:stCxn id="50" idx="2"/>
            <a:endCxn id="102" idx="0"/>
          </p:cNvCxnSpPr>
          <p:nvPr/>
        </p:nvCxnSpPr>
        <p:spPr>
          <a:xfrm>
            <a:off x="3833813" y="4867275"/>
            <a:ext cx="1395413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8EECC2FD-F2A5-48DB-91FF-35946EAB5BAA}"/>
              </a:ext>
            </a:extLst>
          </p:cNvPr>
          <p:cNvSpPr>
            <a:spLocks noGrp="1"/>
          </p:cNvSpPr>
          <p:nvPr/>
        </p:nvSpPr>
        <p:spPr>
          <a:xfrm>
            <a:off x="5381625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388" name="直线箭头连接符 387"/>
          <p:cNvCxnSpPr>
            <a:stCxn id="51" idx="2"/>
            <a:endCxn id="104" idx="0"/>
          </p:cNvCxnSpPr>
          <p:nvPr/>
        </p:nvCxnSpPr>
        <p:spPr>
          <a:xfrm>
            <a:off x="3986213" y="4867275"/>
            <a:ext cx="1481138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06" name="圆角矩形 105">
            <a:extLst>
              <a:ext uri="{FF2B5EF4-FFF2-40B4-BE49-F238E27FC236}">
                <a16:creationId xmlns:a16="http://schemas.microsoft.com/office/drawing/2014/main" id="{CD9E2441-892B-4CDA-853D-5EDB9035CE64}"/>
              </a:ext>
            </a:extLst>
          </p:cNvPr>
          <p:cNvSpPr>
            <a:spLocks noGrp="1"/>
          </p:cNvSpPr>
          <p:nvPr/>
        </p:nvSpPr>
        <p:spPr>
          <a:xfrm>
            <a:off x="5619750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390" name="直线箭头连接符 389"/>
          <p:cNvCxnSpPr>
            <a:stCxn id="52" idx="2"/>
            <a:endCxn id="106" idx="0"/>
          </p:cNvCxnSpPr>
          <p:nvPr/>
        </p:nvCxnSpPr>
        <p:spPr>
          <a:xfrm>
            <a:off x="4138613" y="4867275"/>
            <a:ext cx="1566863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C2BEB263-EB2A-4F80-9F34-58F8C41A3491}"/>
              </a:ext>
            </a:extLst>
          </p:cNvPr>
          <p:cNvSpPr>
            <a:spLocks noGrp="1"/>
          </p:cNvSpPr>
          <p:nvPr/>
        </p:nvSpPr>
        <p:spPr>
          <a:xfrm>
            <a:off x="5857875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392" name="直线箭头连接符 391"/>
          <p:cNvCxnSpPr>
            <a:stCxn id="53" idx="2"/>
            <a:endCxn id="108" idx="0"/>
          </p:cNvCxnSpPr>
          <p:nvPr/>
        </p:nvCxnSpPr>
        <p:spPr>
          <a:xfrm>
            <a:off x="4291013" y="4867275"/>
            <a:ext cx="1652588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10" name="圆角矩形 109">
            <a:extLst>
              <a:ext uri="{FF2B5EF4-FFF2-40B4-BE49-F238E27FC236}">
                <a16:creationId xmlns:a16="http://schemas.microsoft.com/office/drawing/2014/main" id="{3CFE98B1-8A29-48E2-83B7-FB22F5729256}"/>
              </a:ext>
            </a:extLst>
          </p:cNvPr>
          <p:cNvSpPr>
            <a:spLocks noGrp="1"/>
          </p:cNvSpPr>
          <p:nvPr/>
        </p:nvSpPr>
        <p:spPr>
          <a:xfrm>
            <a:off x="6096000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394" name="直线箭头连接符 393"/>
          <p:cNvCxnSpPr>
            <a:stCxn id="54" idx="2"/>
            <a:endCxn id="110" idx="0"/>
          </p:cNvCxnSpPr>
          <p:nvPr/>
        </p:nvCxnSpPr>
        <p:spPr>
          <a:xfrm>
            <a:off x="4443413" y="4867275"/>
            <a:ext cx="1738313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0650BFDB-6F63-4BA3-B0EE-923315C900B1}"/>
              </a:ext>
            </a:extLst>
          </p:cNvPr>
          <p:cNvSpPr>
            <a:spLocks noGrp="1"/>
          </p:cNvSpPr>
          <p:nvPr/>
        </p:nvSpPr>
        <p:spPr>
          <a:xfrm>
            <a:off x="6334125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396" name="直线箭头连接符 395"/>
          <p:cNvCxnSpPr>
            <a:stCxn id="55" idx="2"/>
            <a:endCxn id="112" idx="0"/>
          </p:cNvCxnSpPr>
          <p:nvPr/>
        </p:nvCxnSpPr>
        <p:spPr>
          <a:xfrm>
            <a:off x="4595813" y="4867275"/>
            <a:ext cx="1824038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3EAF637D-2515-4BFD-BE03-4E82FDE05065}"/>
              </a:ext>
            </a:extLst>
          </p:cNvPr>
          <p:cNvSpPr>
            <a:spLocks noGrp="1"/>
          </p:cNvSpPr>
          <p:nvPr/>
        </p:nvSpPr>
        <p:spPr>
          <a:xfrm>
            <a:off x="6572250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398" name="直线箭头连接符 397"/>
          <p:cNvCxnSpPr>
            <a:stCxn id="56" idx="2"/>
            <a:endCxn id="114" idx="0"/>
          </p:cNvCxnSpPr>
          <p:nvPr/>
        </p:nvCxnSpPr>
        <p:spPr>
          <a:xfrm>
            <a:off x="4748213" y="4867275"/>
            <a:ext cx="1909763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16" name="圆角矩形 115">
            <a:extLst>
              <a:ext uri="{FF2B5EF4-FFF2-40B4-BE49-F238E27FC236}">
                <a16:creationId xmlns:a16="http://schemas.microsoft.com/office/drawing/2014/main" id="{23AA20A9-D2AC-41C0-9439-3FC2E55C5375}"/>
              </a:ext>
            </a:extLst>
          </p:cNvPr>
          <p:cNvSpPr>
            <a:spLocks noGrp="1"/>
          </p:cNvSpPr>
          <p:nvPr/>
        </p:nvSpPr>
        <p:spPr>
          <a:xfrm>
            <a:off x="6810375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400" name="直线箭头连接符 399"/>
          <p:cNvCxnSpPr>
            <a:stCxn id="57" idx="2"/>
            <a:endCxn id="116" idx="0"/>
          </p:cNvCxnSpPr>
          <p:nvPr/>
        </p:nvCxnSpPr>
        <p:spPr>
          <a:xfrm>
            <a:off x="4900613" y="4867275"/>
            <a:ext cx="1995488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530356A6-ECEB-475B-B524-45E8BD12790A}"/>
              </a:ext>
            </a:extLst>
          </p:cNvPr>
          <p:cNvSpPr>
            <a:spLocks noGrp="1"/>
          </p:cNvSpPr>
          <p:nvPr/>
        </p:nvSpPr>
        <p:spPr>
          <a:xfrm>
            <a:off x="7572375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402" name="直线箭头连接符 401"/>
          <p:cNvCxnSpPr>
            <a:stCxn id="78" idx="2"/>
            <a:endCxn id="118" idx="0"/>
          </p:cNvCxnSpPr>
          <p:nvPr/>
        </p:nvCxnSpPr>
        <p:spPr>
          <a:xfrm flipH="1">
            <a:off x="7658100" y="4867275"/>
            <a:ext cx="214313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20" name="圆角矩形 119">
            <a:extLst>
              <a:ext uri="{FF2B5EF4-FFF2-40B4-BE49-F238E27FC236}">
                <a16:creationId xmlns:a16="http://schemas.microsoft.com/office/drawing/2014/main" id="{ECFD6CCA-5BB6-4A69-8995-E7CF4DB70908}"/>
              </a:ext>
            </a:extLst>
          </p:cNvPr>
          <p:cNvSpPr>
            <a:spLocks noGrp="1"/>
          </p:cNvSpPr>
          <p:nvPr/>
        </p:nvSpPr>
        <p:spPr>
          <a:xfrm>
            <a:off x="7810500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404" name="直线箭头连接符 403"/>
          <p:cNvCxnSpPr>
            <a:stCxn id="79" idx="2"/>
            <a:endCxn id="120" idx="0"/>
          </p:cNvCxnSpPr>
          <p:nvPr/>
        </p:nvCxnSpPr>
        <p:spPr>
          <a:xfrm flipH="1">
            <a:off x="7896225" y="4867275"/>
            <a:ext cx="128588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22" name="圆角矩形 121">
            <a:extLst>
              <a:ext uri="{FF2B5EF4-FFF2-40B4-BE49-F238E27FC236}">
                <a16:creationId xmlns:a16="http://schemas.microsoft.com/office/drawing/2014/main" id="{F576BAA0-5310-4E6F-B24F-A514A715CE2E}"/>
              </a:ext>
            </a:extLst>
          </p:cNvPr>
          <p:cNvSpPr>
            <a:spLocks noGrp="1"/>
          </p:cNvSpPr>
          <p:nvPr/>
        </p:nvSpPr>
        <p:spPr>
          <a:xfrm>
            <a:off x="8048625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406" name="直线箭头连接符 405"/>
          <p:cNvCxnSpPr>
            <a:stCxn id="80" idx="2"/>
            <a:endCxn id="122" idx="0"/>
          </p:cNvCxnSpPr>
          <p:nvPr/>
        </p:nvCxnSpPr>
        <p:spPr>
          <a:xfrm flipH="1">
            <a:off x="8134350" y="4867275"/>
            <a:ext cx="42863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9D55A8D7-2F9F-4472-A2B2-56EF2897A888}"/>
              </a:ext>
            </a:extLst>
          </p:cNvPr>
          <p:cNvSpPr>
            <a:spLocks noGrp="1"/>
          </p:cNvSpPr>
          <p:nvPr/>
        </p:nvSpPr>
        <p:spPr>
          <a:xfrm>
            <a:off x="8286750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408" name="直线箭头连接符 407"/>
          <p:cNvCxnSpPr>
            <a:stCxn id="81" idx="2"/>
            <a:endCxn id="124" idx="0"/>
          </p:cNvCxnSpPr>
          <p:nvPr/>
        </p:nvCxnSpPr>
        <p:spPr>
          <a:xfrm>
            <a:off x="8329613" y="4867275"/>
            <a:ext cx="42863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26" name="圆角矩形 125">
            <a:extLst>
              <a:ext uri="{FF2B5EF4-FFF2-40B4-BE49-F238E27FC236}">
                <a16:creationId xmlns:a16="http://schemas.microsoft.com/office/drawing/2014/main" id="{C0F8B1E0-E93E-4BC0-8825-7E08A9882F4D}"/>
              </a:ext>
            </a:extLst>
          </p:cNvPr>
          <p:cNvSpPr>
            <a:spLocks noGrp="1"/>
          </p:cNvSpPr>
          <p:nvPr/>
        </p:nvSpPr>
        <p:spPr>
          <a:xfrm>
            <a:off x="8524875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410" name="直线箭头连接符 409"/>
          <p:cNvCxnSpPr>
            <a:stCxn id="82" idx="2"/>
            <a:endCxn id="126" idx="0"/>
          </p:cNvCxnSpPr>
          <p:nvPr/>
        </p:nvCxnSpPr>
        <p:spPr>
          <a:xfrm>
            <a:off x="8482013" y="4867275"/>
            <a:ext cx="128588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28" name="圆角矩形 127">
            <a:extLst>
              <a:ext uri="{FF2B5EF4-FFF2-40B4-BE49-F238E27FC236}">
                <a16:creationId xmlns:a16="http://schemas.microsoft.com/office/drawing/2014/main" id="{36B9C62C-3466-40A1-831D-AB8EBD9F9812}"/>
              </a:ext>
            </a:extLst>
          </p:cNvPr>
          <p:cNvSpPr>
            <a:spLocks noGrp="1"/>
          </p:cNvSpPr>
          <p:nvPr/>
        </p:nvSpPr>
        <p:spPr>
          <a:xfrm>
            <a:off x="8763000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412" name="直线箭头连接符 411"/>
          <p:cNvCxnSpPr>
            <a:stCxn id="83" idx="2"/>
            <a:endCxn id="128" idx="0"/>
          </p:cNvCxnSpPr>
          <p:nvPr/>
        </p:nvCxnSpPr>
        <p:spPr>
          <a:xfrm>
            <a:off x="8634413" y="4867275"/>
            <a:ext cx="214313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30" name="圆角矩形 129">
            <a:extLst>
              <a:ext uri="{FF2B5EF4-FFF2-40B4-BE49-F238E27FC236}">
                <a16:creationId xmlns:a16="http://schemas.microsoft.com/office/drawing/2014/main" id="{89FBF524-9A90-442C-AAE4-B9B77B5C6C32}"/>
              </a:ext>
            </a:extLst>
          </p:cNvPr>
          <p:cNvSpPr>
            <a:spLocks noGrp="1"/>
          </p:cNvSpPr>
          <p:nvPr/>
        </p:nvSpPr>
        <p:spPr>
          <a:xfrm>
            <a:off x="9001125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414" name="直线箭头连接符 413"/>
          <p:cNvCxnSpPr>
            <a:stCxn id="84" idx="2"/>
            <a:endCxn id="130" idx="0"/>
          </p:cNvCxnSpPr>
          <p:nvPr/>
        </p:nvCxnSpPr>
        <p:spPr>
          <a:xfrm>
            <a:off x="8786813" y="4867275"/>
            <a:ext cx="300038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32" name="圆角矩形 131">
            <a:extLst>
              <a:ext uri="{FF2B5EF4-FFF2-40B4-BE49-F238E27FC236}">
                <a16:creationId xmlns:a16="http://schemas.microsoft.com/office/drawing/2014/main" id="{72198258-8A58-4691-9C14-B15B61A275DB}"/>
              </a:ext>
            </a:extLst>
          </p:cNvPr>
          <p:cNvSpPr>
            <a:spLocks noGrp="1"/>
          </p:cNvSpPr>
          <p:nvPr/>
        </p:nvSpPr>
        <p:spPr>
          <a:xfrm>
            <a:off x="9239250" y="5514975"/>
            <a:ext cx="171450" cy="133350"/>
          </a:xfrm>
          <a:prstGeom prst="roundRect">
            <a:avLst>
              <a:gd name="adj" fmla="val 35714"/>
            </a:avLst>
          </a:prstGeom>
          <a:solidFill>
            <a:srgbClr val="77429B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416" name="直线箭头连接符 415"/>
          <p:cNvCxnSpPr>
            <a:stCxn id="85" idx="2"/>
            <a:endCxn id="132" idx="0"/>
          </p:cNvCxnSpPr>
          <p:nvPr/>
        </p:nvCxnSpPr>
        <p:spPr>
          <a:xfrm>
            <a:off x="8939213" y="4867275"/>
            <a:ext cx="385763" cy="647700"/>
          </a:xfrm>
          <a:prstGeom prst="straightConnector1">
            <a:avLst/>
          </a:prstGeom>
          <a:ln w="12383">
            <a:solidFill>
              <a:srgbClr val="77429B"/>
            </a:solidFill>
            <a:prstDash val="solid"/>
          </a:ln>
        </p:spPr>
      </p:cxnSp>
      <p:sp>
        <p:nvSpPr>
          <p:cNvPr id="134" name="矩形 133">
            <a:extLst>
              <a:ext uri="{FF2B5EF4-FFF2-40B4-BE49-F238E27FC236}">
                <a16:creationId xmlns:a16="http://schemas.microsoft.com/office/drawing/2014/main" id="{1F55660F-7EBC-45A2-9E53-A1DCC7D85A14}"/>
              </a:ext>
            </a:extLst>
          </p:cNvPr>
          <p:cNvSpPr>
            <a:spLocks noGrp="1"/>
          </p:cNvSpPr>
          <p:nvPr/>
        </p:nvSpPr>
        <p:spPr>
          <a:xfrm>
            <a:off x="9953625" y="5648325"/>
            <a:ext cx="1638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16×200GE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F95CD826-430D-4BEC-9993-F2BBA9C6718B}"/>
              </a:ext>
            </a:extLst>
          </p:cNvPr>
          <p:cNvSpPr>
            <a:spLocks noGrp="1"/>
          </p:cNvSpPr>
          <p:nvPr/>
        </p:nvSpPr>
        <p:spPr>
          <a:xfrm>
            <a:off x="581025" y="5553075"/>
            <a:ext cx="3267075" cy="409575"/>
          </a:xfrm>
          <a:prstGeom prst="roundRect">
            <a:avLst>
              <a:gd name="adj" fmla="val 11628"/>
            </a:avLst>
          </a:prstGeom>
          <a:solidFill>
            <a:srgbClr val="E7EFF9"/>
          </a:solidFill>
          <a:ln w="9525">
            <a:solidFill>
              <a:srgbClr val="D4E0E6"/>
            </a:solidFill>
          </a:ln>
        </p:spPr>
        <p:txBody>
          <a:bodyPr lIns="95250" tIns="47625" rIns="95250" bIns="47625" anchor="ctr">
            <a:noAutofit/>
          </a:bodyPr>
          <a:lstStyle/>
          <a:p>
            <a:pPr algn="ctr">
              <a:buNone/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 / 对象存储（可选）</a:t>
            </a:r>
          </a:p>
          <a:p>
            <a:pPr algn="ctr">
              <a:buNone/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连接 A / B / C 三柜</a:t>
            </a:r>
          </a:p>
        </p:txBody>
      </p:sp>
      <p:sp>
        <p:nvSpPr>
          <p:cNvPr id="136" name="圆角矩形 135">
            <a:extLst>
              <a:ext uri="{FF2B5EF4-FFF2-40B4-BE49-F238E27FC236}">
                <a16:creationId xmlns:a16="http://schemas.microsoft.com/office/drawing/2014/main" id="{3FDDAA94-C3A5-42E2-8D36-2AD163277A71}"/>
              </a:ext>
            </a:extLst>
          </p:cNvPr>
          <p:cNvSpPr>
            <a:spLocks noGrp="1"/>
          </p:cNvSpPr>
          <p:nvPr/>
        </p:nvSpPr>
        <p:spPr>
          <a:xfrm>
            <a:off x="2943225" y="5067300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317AB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420" name="直线箭头连接符 419"/>
          <p:cNvCxnSpPr>
            <a:stCxn id="136" idx="2"/>
            <a:endCxn id="135" idx="0"/>
          </p:cNvCxnSpPr>
          <p:nvPr/>
        </p:nvCxnSpPr>
        <p:spPr>
          <a:xfrm flipH="1">
            <a:off x="2214563" y="5200650"/>
            <a:ext cx="790575" cy="352425"/>
          </a:xfrm>
          <a:prstGeom prst="straightConnector1">
            <a:avLst/>
          </a:prstGeom>
          <a:ln w="12383">
            <a:solidFill>
              <a:srgbClr val="317ABD"/>
            </a:solidFill>
            <a:prstDash val="dash"/>
          </a:ln>
        </p:spPr>
      </p:cxnSp>
      <p:sp>
        <p:nvSpPr>
          <p:cNvPr id="138" name="圆角矩形 137">
            <a:extLst>
              <a:ext uri="{FF2B5EF4-FFF2-40B4-BE49-F238E27FC236}">
                <a16:creationId xmlns:a16="http://schemas.microsoft.com/office/drawing/2014/main" id="{1BD44960-27D7-4477-A82A-82F70D296889}"/>
              </a:ext>
            </a:extLst>
          </p:cNvPr>
          <p:cNvSpPr>
            <a:spLocks noGrp="1"/>
          </p:cNvSpPr>
          <p:nvPr/>
        </p:nvSpPr>
        <p:spPr>
          <a:xfrm>
            <a:off x="7181850" y="5067300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317AB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422" name="直线箭头连接符 421"/>
          <p:cNvCxnSpPr>
            <a:stCxn id="138" idx="2"/>
            <a:endCxn id="135" idx="0"/>
          </p:cNvCxnSpPr>
          <p:nvPr/>
        </p:nvCxnSpPr>
        <p:spPr>
          <a:xfrm flipH="1">
            <a:off x="2214563" y="5200650"/>
            <a:ext cx="5029200" cy="352425"/>
          </a:xfrm>
          <a:prstGeom prst="straightConnector1">
            <a:avLst/>
          </a:prstGeom>
          <a:ln w="12383">
            <a:solidFill>
              <a:srgbClr val="317ABD"/>
            </a:solidFill>
            <a:prstDash val="dash"/>
          </a:ln>
        </p:spPr>
      </p:cxnSp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0FF97DDE-68AD-44C8-AFA2-7382E1B9B103}"/>
              </a:ext>
            </a:extLst>
          </p:cNvPr>
          <p:cNvSpPr>
            <a:spLocks noGrp="1"/>
          </p:cNvSpPr>
          <p:nvPr/>
        </p:nvSpPr>
        <p:spPr>
          <a:xfrm>
            <a:off x="11306175" y="5067300"/>
            <a:ext cx="123825" cy="133350"/>
          </a:xfrm>
          <a:prstGeom prst="roundRect">
            <a:avLst>
              <a:gd name="adj" fmla="val 38462"/>
            </a:avLst>
          </a:prstGeom>
          <a:solidFill>
            <a:srgbClr val="317ABD"/>
          </a:solidFill>
          <a:ln w="9525">
            <a:solidFill>
              <a:srgbClr val="D4E0E6"/>
            </a:solidFill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424" name="直线箭头连接符 423"/>
          <p:cNvCxnSpPr>
            <a:stCxn id="140" idx="2"/>
            <a:endCxn id="135" idx="0"/>
          </p:cNvCxnSpPr>
          <p:nvPr/>
        </p:nvCxnSpPr>
        <p:spPr>
          <a:xfrm flipH="1">
            <a:off x="2214563" y="5200650"/>
            <a:ext cx="9153525" cy="352425"/>
          </a:xfrm>
          <a:prstGeom prst="straightConnector1">
            <a:avLst/>
          </a:prstGeom>
          <a:ln w="12383">
            <a:solidFill>
              <a:srgbClr val="317ABD"/>
            </a:solidFill>
            <a:prstDash val="dash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BFFF972-A2AB-484A-8544-A8240477D0E4}"/>
              </a:ext>
            </a:extLst>
          </p:cNvPr>
          <p:cNvSpPr>
            <a:spLocks noGrp="1"/>
          </p:cNvSpPr>
          <p:nvPr/>
        </p:nvSpPr>
        <p:spPr>
          <a:xfrm>
            <a:off x="9682938" y="2257425"/>
            <a:ext cx="352425" cy="28575"/>
          </a:xfrm>
          <a:prstGeom prst="rect">
            <a:avLst/>
          </a:prstGeom>
          <a:solidFill>
            <a:srgbClr val="628E3D"/>
          </a:solidFill>
          <a:ln w="9525">
            <a:solidFill>
              <a:srgbClr val="628E3D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73E4E9-F0BD-4AE3-81EA-CB5755CC458F}"/>
              </a:ext>
            </a:extLst>
          </p:cNvPr>
          <p:cNvSpPr>
            <a:spLocks noGrp="1"/>
          </p:cNvSpPr>
          <p:nvPr/>
        </p:nvSpPr>
        <p:spPr>
          <a:xfrm>
            <a:off x="10140138" y="2162175"/>
            <a:ext cx="2628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778971-B4AD-4924-8CB2-0C2E57CFF805}"/>
              </a:ext>
            </a:extLst>
          </p:cNvPr>
          <p:cNvSpPr>
            <a:spLocks noGrp="1"/>
          </p:cNvSpPr>
          <p:nvPr/>
        </p:nvSpPr>
        <p:spPr>
          <a:xfrm>
            <a:off x="9682938" y="2533650"/>
            <a:ext cx="352425" cy="28575"/>
          </a:xfrm>
          <a:prstGeom prst="rect">
            <a:avLst/>
          </a:prstGeom>
          <a:solidFill>
            <a:srgbClr val="159CB7"/>
          </a:solidFill>
          <a:ln w="9525">
            <a:solidFill>
              <a:srgbClr val="159CB7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A7724F1-0A81-4FDD-8E66-53C0C2997833}"/>
              </a:ext>
            </a:extLst>
          </p:cNvPr>
          <p:cNvSpPr>
            <a:spLocks noGrp="1"/>
          </p:cNvSpPr>
          <p:nvPr/>
        </p:nvSpPr>
        <p:spPr>
          <a:xfrm>
            <a:off x="10140138" y="2438400"/>
            <a:ext cx="2628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4BDD83-C02E-4DF3-9605-370E7C6821F4}"/>
              </a:ext>
            </a:extLst>
          </p:cNvPr>
          <p:cNvSpPr>
            <a:spLocks noGrp="1"/>
          </p:cNvSpPr>
          <p:nvPr/>
        </p:nvSpPr>
        <p:spPr>
          <a:xfrm>
            <a:off x="9682938" y="2809875"/>
            <a:ext cx="352425" cy="28575"/>
          </a:xfrm>
          <a:prstGeom prst="rect">
            <a:avLst/>
          </a:prstGeom>
          <a:solidFill>
            <a:srgbClr val="77429B"/>
          </a:solidFill>
          <a:ln w="9525">
            <a:solidFill>
              <a:srgbClr val="77429B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534502-900D-4730-80F4-8965F3306F4D}"/>
              </a:ext>
            </a:extLst>
          </p:cNvPr>
          <p:cNvSpPr>
            <a:spLocks noGrp="1"/>
          </p:cNvSpPr>
          <p:nvPr/>
        </p:nvSpPr>
        <p:spPr>
          <a:xfrm>
            <a:off x="10140138" y="2714625"/>
            <a:ext cx="2628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DC9A92C-A4EC-4BFF-8977-FF1CCDA07A06}"/>
              </a:ext>
            </a:extLst>
          </p:cNvPr>
          <p:cNvSpPr>
            <a:spLocks noGrp="1"/>
          </p:cNvSpPr>
          <p:nvPr/>
        </p:nvSpPr>
        <p:spPr>
          <a:xfrm>
            <a:off x="9682938" y="3086100"/>
            <a:ext cx="352425" cy="28575"/>
          </a:xfrm>
          <a:prstGeom prst="rect">
            <a:avLst/>
          </a:prstGeom>
          <a:solidFill>
            <a:srgbClr val="317ABD"/>
          </a:solidFill>
          <a:ln w="9525">
            <a:solidFill>
              <a:srgbClr val="317ABD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07DDA0-0540-49BF-9812-D7E0BAD19A54}"/>
              </a:ext>
            </a:extLst>
          </p:cNvPr>
          <p:cNvSpPr>
            <a:spLocks noGrp="1"/>
          </p:cNvSpPr>
          <p:nvPr/>
        </p:nvSpPr>
        <p:spPr>
          <a:xfrm>
            <a:off x="10140138" y="2990850"/>
            <a:ext cx="2628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</a:t>
            </a:r>
          </a:p>
        </p:txBody>
      </p:sp>
    </p:spTree>
    <p:extLst>
      <p:ext uri="{BB962C8B-B14F-4D97-AF65-F5344CB8AC3E}">
        <p14:creationId xmlns:p14="http://schemas.microsoft.com/office/powerpoint/2010/main" val="174784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>
            <a:extLst>
              <a:ext uri="{FF2B5EF4-FFF2-40B4-BE49-F238E27FC236}">
                <a16:creationId xmlns:a16="http://schemas.microsoft.com/office/drawing/2014/main" id="{7786E10D-4E5D-4592-AE8D-0A89E2C972EE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6F0322-2022-456C-AE89-A5C07A18CC27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与 910B 的完整软件生态对照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0E89F7-BDA3-4392-A54D-E03990BEA75C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分析：同一模型名称背后，是两套驱动、运行库、设备管理和算子实现。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A2E312-896A-4C6C-AA84-D6D129A430C4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237B97-FBF4-4004-8E40-72EA7926ABED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0C2137-7250-4769-B5A4-75729C431B3F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942967"/>
            <a:ext cx="1352550" cy="25744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62EE177-A576-48D5-8545-32C00A971FFE}"/>
              </a:ext>
            </a:extLst>
          </p:cNvPr>
          <p:cNvSpPr>
            <a:spLocks noGrp="1"/>
          </p:cNvSpPr>
          <p:nvPr/>
        </p:nvSpPr>
        <p:spPr>
          <a:xfrm>
            <a:off x="2124075" y="1895475"/>
            <a:ext cx="34956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软件生态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D4EF78-450E-4CB5-A527-9D3532A519D2}"/>
              </a:ext>
            </a:extLst>
          </p:cNvPr>
          <p:cNvSpPr>
            <a:spLocks noGrp="1"/>
          </p:cNvSpPr>
          <p:nvPr/>
        </p:nvSpPr>
        <p:spPr>
          <a:xfrm>
            <a:off x="590550" y="2343150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模型执行路径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24C59A-8114-4DF9-B709-EE248FF85952}"/>
              </a:ext>
            </a:extLst>
          </p:cNvPr>
          <p:cNvSpPr>
            <a:spLocks noGrp="1"/>
          </p:cNvSpPr>
          <p:nvPr/>
        </p:nvSpPr>
        <p:spPr>
          <a:xfrm>
            <a:off x="4114800" y="2343150"/>
            <a:ext cx="17907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部署与运维支撑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2B7D991-6FA1-4241-8D02-9D61F1195B52}"/>
              </a:ext>
            </a:extLst>
          </p:cNvPr>
          <p:cNvSpPr>
            <a:spLocks noGrp="1"/>
          </p:cNvSpPr>
          <p:nvPr/>
        </p:nvSpPr>
        <p:spPr>
          <a:xfrm>
            <a:off x="590550" y="264795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0F5E8"/>
          </a:solidFill>
          <a:ln w="9525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8F52E3-0ECD-4BBA-BCB2-FA6BD3C95AE2}"/>
              </a:ext>
            </a:extLst>
          </p:cNvPr>
          <p:cNvSpPr>
            <a:spLocks noGrp="1"/>
          </p:cNvSpPr>
          <p:nvPr/>
        </p:nvSpPr>
        <p:spPr>
          <a:xfrm>
            <a:off x="590550" y="2647950"/>
            <a:ext cx="38100" cy="571500"/>
          </a:xfrm>
          <a:prstGeom prst="rect">
            <a:avLst/>
          </a:prstGeom>
          <a:solidFill>
            <a:srgbClr val="5A8427"/>
          </a:solidFill>
          <a:ln w="9525">
            <a:solidFill>
              <a:srgbClr val="5A8427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E2485C-F676-4B68-823C-3D3FAB0CB1B4}"/>
              </a:ext>
            </a:extLst>
          </p:cNvPr>
          <p:cNvSpPr>
            <a:spLocks noGrp="1"/>
          </p:cNvSpPr>
          <p:nvPr/>
        </p:nvSpPr>
        <p:spPr>
          <a:xfrm>
            <a:off x="714375" y="267652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推理与服务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0A4EF8-53D9-4393-A5C9-D51D073BB101}"/>
              </a:ext>
            </a:extLst>
          </p:cNvPr>
          <p:cNvSpPr>
            <a:spLocks noGrp="1"/>
          </p:cNvSpPr>
          <p:nvPr/>
        </p:nvSpPr>
        <p:spPr>
          <a:xfrm>
            <a:off x="714375" y="283845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文本：vLLM；SGLang 需核验 T4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YOLO：TensorRT；Wan：独立管线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33D1CF-66CB-460E-AFFD-3A569A3C82FA}"/>
              </a:ext>
            </a:extLst>
          </p:cNvPr>
          <p:cNvSpPr>
            <a:spLocks noGrp="1"/>
          </p:cNvSpPr>
          <p:nvPr/>
        </p:nvSpPr>
        <p:spPr>
          <a:xfrm>
            <a:off x="2228850" y="3219450"/>
            <a:ext cx="19050" cy="19050"/>
          </a:xfrm>
          <a:prstGeom prst="rect">
            <a:avLst/>
          </a:prstGeom>
          <a:solidFill>
            <a:srgbClr val="5A8427"/>
          </a:solidFill>
          <a:ln w="9525">
            <a:solidFill>
              <a:srgbClr val="5A8427"/>
            </a:solidFill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BB22AC20-948E-4D29-9CF7-FCA39F79DCFB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0F5E8"/>
          </a:solidFill>
          <a:ln w="9525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DE17F-09D6-4E8B-85A0-F7476865185E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38100" cy="571500"/>
          </a:xfrm>
          <a:prstGeom prst="rect">
            <a:avLst/>
          </a:prstGeom>
          <a:solidFill>
            <a:srgbClr val="5A8427"/>
          </a:solidFill>
          <a:ln w="9525">
            <a:solidFill>
              <a:srgbClr val="5A8427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1866B9-F5E6-4E1A-8209-E10EC2D123D6}"/>
              </a:ext>
            </a:extLst>
          </p:cNvPr>
          <p:cNvSpPr>
            <a:spLocks noGrp="1"/>
          </p:cNvSpPr>
          <p:nvPr/>
        </p:nvSpPr>
        <p:spPr>
          <a:xfrm>
            <a:off x="714375" y="326707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算子与量化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D3BAA2-304E-49EA-BB3E-AD071F5DD523}"/>
              </a:ext>
            </a:extLst>
          </p:cNvPr>
          <p:cNvSpPr>
            <a:spLocks noGrp="1"/>
          </p:cNvSpPr>
          <p:nvPr/>
        </p:nvSpPr>
        <p:spPr>
          <a:xfrm>
            <a:off x="714375" y="342900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CUDA / Triton kernel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AWQ、GPTQ 等按 SM75 核验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20FFD6-945E-4F91-88BA-5AF879CD7640}"/>
              </a:ext>
            </a:extLst>
          </p:cNvPr>
          <p:cNvSpPr>
            <a:spLocks noGrp="1"/>
          </p:cNvSpPr>
          <p:nvPr/>
        </p:nvSpPr>
        <p:spPr>
          <a:xfrm>
            <a:off x="2228850" y="3810000"/>
            <a:ext cx="19050" cy="19050"/>
          </a:xfrm>
          <a:prstGeom prst="rect">
            <a:avLst/>
          </a:prstGeom>
          <a:solidFill>
            <a:srgbClr val="5A8427"/>
          </a:solidFill>
          <a:ln w="9525">
            <a:solidFill>
              <a:srgbClr val="5A8427"/>
            </a:solidFill>
          </a:ln>
        </p:spPr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B581F54A-38D5-4F09-BA78-99130F3C1E1C}"/>
              </a:ext>
            </a:extLst>
          </p:cNvPr>
          <p:cNvSpPr>
            <a:spLocks noGrp="1"/>
          </p:cNvSpPr>
          <p:nvPr/>
        </p:nvSpPr>
        <p:spPr>
          <a:xfrm>
            <a:off x="590550" y="382905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0F5E8"/>
          </a:solidFill>
          <a:ln w="9525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1F267E-5534-427A-AEA2-D1BD94251B23}"/>
              </a:ext>
            </a:extLst>
          </p:cNvPr>
          <p:cNvSpPr>
            <a:spLocks noGrp="1"/>
          </p:cNvSpPr>
          <p:nvPr/>
        </p:nvSpPr>
        <p:spPr>
          <a:xfrm>
            <a:off x="590550" y="3829050"/>
            <a:ext cx="38100" cy="571500"/>
          </a:xfrm>
          <a:prstGeom prst="rect">
            <a:avLst/>
          </a:prstGeom>
          <a:solidFill>
            <a:srgbClr val="5A8427"/>
          </a:solidFill>
          <a:ln w="9525">
            <a:solidFill>
              <a:srgbClr val="5A8427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238567-5BE5-40D9-8621-E918649E2D1D}"/>
              </a:ext>
            </a:extLst>
          </p:cNvPr>
          <p:cNvSpPr>
            <a:spLocks noGrp="1"/>
          </p:cNvSpPr>
          <p:nvPr/>
        </p:nvSpPr>
        <p:spPr>
          <a:xfrm>
            <a:off x="714375" y="385762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框架适配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0368076-77D5-4F2E-A2D6-E30F13CCCCE3}"/>
              </a:ext>
            </a:extLst>
          </p:cNvPr>
          <p:cNvSpPr>
            <a:spLocks noGrp="1"/>
          </p:cNvSpPr>
          <p:nvPr/>
        </p:nvSpPr>
        <p:spPr>
          <a:xfrm>
            <a:off x="714375" y="401955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PyTorch CUDA 构建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Transformers / ONNX（按任务）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E982586-0AC7-4959-B3F4-D611386452C6}"/>
              </a:ext>
            </a:extLst>
          </p:cNvPr>
          <p:cNvSpPr>
            <a:spLocks noGrp="1"/>
          </p:cNvSpPr>
          <p:nvPr/>
        </p:nvSpPr>
        <p:spPr>
          <a:xfrm>
            <a:off x="2228850" y="4400550"/>
            <a:ext cx="19050" cy="19050"/>
          </a:xfrm>
          <a:prstGeom prst="rect">
            <a:avLst/>
          </a:prstGeom>
          <a:solidFill>
            <a:srgbClr val="5A8427"/>
          </a:solidFill>
          <a:ln w="9525">
            <a:solidFill>
              <a:srgbClr val="5A8427"/>
            </a:solidFill>
          </a:ln>
        </p:spPr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7F7FCEF9-85E5-4AF2-A924-E4F4B12A1BE6}"/>
              </a:ext>
            </a:extLst>
          </p:cNvPr>
          <p:cNvSpPr>
            <a:spLocks noGrp="1"/>
          </p:cNvSpPr>
          <p:nvPr/>
        </p:nvSpPr>
        <p:spPr>
          <a:xfrm>
            <a:off x="590550" y="441960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0F5E8"/>
          </a:solidFill>
          <a:ln w="9525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A55800F-7588-4EA3-AB66-7435E68714AA}"/>
              </a:ext>
            </a:extLst>
          </p:cNvPr>
          <p:cNvSpPr>
            <a:spLocks noGrp="1"/>
          </p:cNvSpPr>
          <p:nvPr/>
        </p:nvSpPr>
        <p:spPr>
          <a:xfrm>
            <a:off x="590550" y="4419600"/>
            <a:ext cx="38100" cy="571500"/>
          </a:xfrm>
          <a:prstGeom prst="rect">
            <a:avLst/>
          </a:prstGeom>
          <a:solidFill>
            <a:srgbClr val="5A8427"/>
          </a:solidFill>
          <a:ln w="9525">
            <a:solidFill>
              <a:srgbClr val="5A8427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CB257AD-EEDE-4CBB-AEB5-B4B697426C49}"/>
              </a:ext>
            </a:extLst>
          </p:cNvPr>
          <p:cNvSpPr>
            <a:spLocks noGrp="1"/>
          </p:cNvSpPr>
          <p:nvPr/>
        </p:nvSpPr>
        <p:spPr>
          <a:xfrm>
            <a:off x="714375" y="444817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计算与通信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4C79FC-23EF-4E68-8A37-447FBBD2FD36}"/>
              </a:ext>
            </a:extLst>
          </p:cNvPr>
          <p:cNvSpPr>
            <a:spLocks noGrp="1"/>
          </p:cNvSpPr>
          <p:nvPr/>
        </p:nvSpPr>
        <p:spPr>
          <a:xfrm>
            <a:off x="714375" y="461010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CUDA Runtime / Toolkit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cuBLAS、cuDNN、NCCL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5DCA34-606E-4F41-8886-3991DBC85F97}"/>
              </a:ext>
            </a:extLst>
          </p:cNvPr>
          <p:cNvSpPr>
            <a:spLocks noGrp="1"/>
          </p:cNvSpPr>
          <p:nvPr/>
        </p:nvSpPr>
        <p:spPr>
          <a:xfrm>
            <a:off x="2228850" y="4991100"/>
            <a:ext cx="19050" cy="19050"/>
          </a:xfrm>
          <a:prstGeom prst="rect">
            <a:avLst/>
          </a:prstGeom>
          <a:solidFill>
            <a:srgbClr val="5A8427"/>
          </a:solidFill>
          <a:ln w="9525">
            <a:solidFill>
              <a:srgbClr val="5A8427"/>
            </a:solidFill>
          </a:ln>
        </p:spPr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CEEB47C-D7DF-42AF-8105-E21DDD3F720F}"/>
              </a:ext>
            </a:extLst>
          </p:cNvPr>
          <p:cNvSpPr>
            <a:spLocks noGrp="1"/>
          </p:cNvSpPr>
          <p:nvPr/>
        </p:nvSpPr>
        <p:spPr>
          <a:xfrm>
            <a:off x="590550" y="501015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0F5E8"/>
          </a:solidFill>
          <a:ln w="9525">
            <a:noFill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C83E34B-5C77-43C9-A851-C1F753C3B1E9}"/>
              </a:ext>
            </a:extLst>
          </p:cNvPr>
          <p:cNvSpPr>
            <a:spLocks noGrp="1"/>
          </p:cNvSpPr>
          <p:nvPr/>
        </p:nvSpPr>
        <p:spPr>
          <a:xfrm>
            <a:off x="590550" y="5010150"/>
            <a:ext cx="38100" cy="571500"/>
          </a:xfrm>
          <a:prstGeom prst="rect">
            <a:avLst/>
          </a:prstGeom>
          <a:solidFill>
            <a:srgbClr val="5A8427"/>
          </a:solidFill>
          <a:ln w="9525">
            <a:solidFill>
              <a:srgbClr val="5A8427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C2595FE-9147-403B-9298-B8851CB3AE1F}"/>
              </a:ext>
            </a:extLst>
          </p:cNvPr>
          <p:cNvSpPr>
            <a:spLocks noGrp="1"/>
          </p:cNvSpPr>
          <p:nvPr/>
        </p:nvSpPr>
        <p:spPr>
          <a:xfrm>
            <a:off x="714375" y="503872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宿主机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16679E8-35F6-4CC7-94A7-94AA2AE0921C}"/>
              </a:ext>
            </a:extLst>
          </p:cNvPr>
          <p:cNvSpPr>
            <a:spLocks noGrp="1"/>
          </p:cNvSpPr>
          <p:nvPr/>
        </p:nvSpPr>
        <p:spPr>
          <a:xfrm>
            <a:off x="714375" y="520065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Linux / 内核、NVIDIA Driver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nvidia-smi / NVML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C98A48-5244-44ED-A779-D4950D804739}"/>
              </a:ext>
            </a:extLst>
          </p:cNvPr>
          <p:cNvSpPr>
            <a:spLocks noGrp="1"/>
          </p:cNvSpPr>
          <p:nvPr/>
        </p:nvSpPr>
        <p:spPr>
          <a:xfrm>
            <a:off x="4114800" y="2657475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CFDD81-D608-4422-AA08-5D6B7AC582A5}"/>
              </a:ext>
            </a:extLst>
          </p:cNvPr>
          <p:cNvSpPr>
            <a:spLocks noGrp="1"/>
          </p:cNvSpPr>
          <p:nvPr/>
        </p:nvSpPr>
        <p:spPr>
          <a:xfrm>
            <a:off x="4114800" y="2905125"/>
            <a:ext cx="17430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containerd / Docker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 Container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Toolkit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4B79F27-D8B3-48CF-810A-790384467879}"/>
              </a:ext>
            </a:extLst>
          </p:cNvPr>
          <p:cNvSpPr>
            <a:spLocks noGrp="1"/>
          </p:cNvSpPr>
          <p:nvPr/>
        </p:nvSpPr>
        <p:spPr>
          <a:xfrm>
            <a:off x="4114800" y="3590925"/>
            <a:ext cx="1743075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16BDFC9-7136-4F91-9E53-124369DD1077}"/>
              </a:ext>
            </a:extLst>
          </p:cNvPr>
          <p:cNvSpPr>
            <a:spLocks noGrp="1"/>
          </p:cNvSpPr>
          <p:nvPr/>
        </p:nvSpPr>
        <p:spPr>
          <a:xfrm>
            <a:off x="4114800" y="3648075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K8s 资源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76E3FBE-5E79-4C3D-A32C-432D8F060843}"/>
              </a:ext>
            </a:extLst>
          </p:cNvPr>
          <p:cNvSpPr>
            <a:spLocks noGrp="1"/>
          </p:cNvSpPr>
          <p:nvPr/>
        </p:nvSpPr>
        <p:spPr>
          <a:xfrm>
            <a:off x="4114800" y="3895725"/>
            <a:ext cx="17430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 Device Plugin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GFD / GPU Operator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（统一管理）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BECA2E0-7D43-4B8A-B158-048FB8E2E140}"/>
              </a:ext>
            </a:extLst>
          </p:cNvPr>
          <p:cNvSpPr>
            <a:spLocks noGrp="1"/>
          </p:cNvSpPr>
          <p:nvPr/>
        </p:nvSpPr>
        <p:spPr>
          <a:xfrm>
            <a:off x="4114800" y="4581525"/>
            <a:ext cx="1743075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3137EE5-FC26-488E-AD4A-6A9A337522AE}"/>
              </a:ext>
            </a:extLst>
          </p:cNvPr>
          <p:cNvSpPr>
            <a:spLocks noGrp="1"/>
          </p:cNvSpPr>
          <p:nvPr/>
        </p:nvSpPr>
        <p:spPr>
          <a:xfrm>
            <a:off x="4114800" y="4638675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监控与运维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132809C-0533-4EB4-8F96-39910E355DB3}"/>
              </a:ext>
            </a:extLst>
          </p:cNvPr>
          <p:cNvSpPr>
            <a:spLocks noGrp="1"/>
          </p:cNvSpPr>
          <p:nvPr/>
        </p:nvSpPr>
        <p:spPr>
          <a:xfrm>
            <a:off x="4114800" y="4886325"/>
            <a:ext cx="17430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DCGM Exporter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Prometheus / Nsight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（性能定位）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E4B9B72-A1E1-4E85-8F24-FA088A82205C}"/>
              </a:ext>
            </a:extLst>
          </p:cNvPr>
          <p:cNvSpPr>
            <a:spLocks noGrp="1"/>
          </p:cNvSpPr>
          <p:nvPr/>
        </p:nvSpPr>
        <p:spPr>
          <a:xfrm>
            <a:off x="4114800" y="5572125"/>
            <a:ext cx="1743075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10300" y="1919144"/>
            <a:ext cx="1352550" cy="305086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91640AE2-8F28-4C89-9DA7-157B964DC9D8}"/>
              </a:ext>
            </a:extLst>
          </p:cNvPr>
          <p:cNvSpPr>
            <a:spLocks noGrp="1"/>
          </p:cNvSpPr>
          <p:nvPr/>
        </p:nvSpPr>
        <p:spPr>
          <a:xfrm>
            <a:off x="7743825" y="1895475"/>
            <a:ext cx="34956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软件生态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AC0C4C-E9F9-414A-A89D-9CEF085CE954}"/>
              </a:ext>
            </a:extLst>
          </p:cNvPr>
          <p:cNvSpPr>
            <a:spLocks noGrp="1"/>
          </p:cNvSpPr>
          <p:nvPr/>
        </p:nvSpPr>
        <p:spPr>
          <a:xfrm>
            <a:off x="6210300" y="2343150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模型执行路径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F66487F-164A-467E-9EC2-DABD9C71D333}"/>
              </a:ext>
            </a:extLst>
          </p:cNvPr>
          <p:cNvSpPr>
            <a:spLocks noGrp="1"/>
          </p:cNvSpPr>
          <p:nvPr/>
        </p:nvSpPr>
        <p:spPr>
          <a:xfrm>
            <a:off x="9734550" y="2343150"/>
            <a:ext cx="17907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部署与运维支撑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B764E421-C530-428E-847A-8FA0E8AF6B36}"/>
              </a:ext>
            </a:extLst>
          </p:cNvPr>
          <p:cNvSpPr>
            <a:spLocks noGrp="1"/>
          </p:cNvSpPr>
          <p:nvPr/>
        </p:nvSpPr>
        <p:spPr>
          <a:xfrm>
            <a:off x="6210300" y="264795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AEFF0"/>
          </a:solidFill>
          <a:ln w="9525">
            <a:noFill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25A55D6-BE2D-45E0-A9B1-2862143C66BA}"/>
              </a:ext>
            </a:extLst>
          </p:cNvPr>
          <p:cNvSpPr>
            <a:spLocks noGrp="1"/>
          </p:cNvSpPr>
          <p:nvPr/>
        </p:nvSpPr>
        <p:spPr>
          <a:xfrm>
            <a:off x="6210300" y="2647950"/>
            <a:ext cx="38100" cy="571500"/>
          </a:xfrm>
          <a:prstGeom prst="rect">
            <a:avLst/>
          </a:prstGeom>
          <a:solidFill>
            <a:srgbClr val="B63A43"/>
          </a:solidFill>
          <a:ln w="9525">
            <a:solidFill>
              <a:srgbClr val="B63A43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81E63A5-88EE-4F3B-8CD5-BB9B39FB0DE1}"/>
              </a:ext>
            </a:extLst>
          </p:cNvPr>
          <p:cNvSpPr>
            <a:spLocks noGrp="1"/>
          </p:cNvSpPr>
          <p:nvPr/>
        </p:nvSpPr>
        <p:spPr>
          <a:xfrm>
            <a:off x="6334125" y="267652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推理与服务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F47DA5A-4569-4F0D-A7E6-BC7D22D90EFB}"/>
              </a:ext>
            </a:extLst>
          </p:cNvPr>
          <p:cNvSpPr>
            <a:spLocks noGrp="1"/>
          </p:cNvSpPr>
          <p:nvPr/>
        </p:nvSpPr>
        <p:spPr>
          <a:xfrm>
            <a:off x="6334125" y="283845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vLLM＋vLLM Ascend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SGLang Ascend 后端 / MindIE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D82B249-7C48-4304-B18C-E663CDC7DE87}"/>
              </a:ext>
            </a:extLst>
          </p:cNvPr>
          <p:cNvSpPr>
            <a:spLocks noGrp="1"/>
          </p:cNvSpPr>
          <p:nvPr/>
        </p:nvSpPr>
        <p:spPr>
          <a:xfrm>
            <a:off x="7848600" y="3219450"/>
            <a:ext cx="19050" cy="19050"/>
          </a:xfrm>
          <a:prstGeom prst="rect">
            <a:avLst/>
          </a:prstGeom>
          <a:solidFill>
            <a:srgbClr val="B63A43"/>
          </a:solidFill>
          <a:ln w="9525">
            <a:solidFill>
              <a:srgbClr val="B63A43"/>
            </a:solidFill>
          </a:ln>
        </p:spPr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B74C3B13-21C2-459D-BDB4-A1EFC6519A26}"/>
              </a:ext>
            </a:extLst>
          </p:cNvPr>
          <p:cNvSpPr>
            <a:spLocks noGrp="1"/>
          </p:cNvSpPr>
          <p:nvPr/>
        </p:nvSpPr>
        <p:spPr>
          <a:xfrm>
            <a:off x="6210300" y="323850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AEFF0"/>
          </a:solidFill>
          <a:ln w="9525">
            <a:noFill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4E6EE50-FE53-46ED-8D01-E7295C3C48B3}"/>
              </a:ext>
            </a:extLst>
          </p:cNvPr>
          <p:cNvSpPr>
            <a:spLocks noGrp="1"/>
          </p:cNvSpPr>
          <p:nvPr/>
        </p:nvSpPr>
        <p:spPr>
          <a:xfrm>
            <a:off x="6210300" y="3238500"/>
            <a:ext cx="38100" cy="571500"/>
          </a:xfrm>
          <a:prstGeom prst="rect">
            <a:avLst/>
          </a:prstGeom>
          <a:solidFill>
            <a:srgbClr val="B63A43"/>
          </a:solidFill>
          <a:ln w="9525">
            <a:solidFill>
              <a:srgbClr val="B63A43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D7A7692-C701-4533-A28F-7435FBFD44F0}"/>
              </a:ext>
            </a:extLst>
          </p:cNvPr>
          <p:cNvSpPr>
            <a:spLocks noGrp="1"/>
          </p:cNvSpPr>
          <p:nvPr/>
        </p:nvSpPr>
        <p:spPr>
          <a:xfrm>
            <a:off x="6334125" y="326707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算子与量化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DD51BCD-2A12-4199-8741-D18455145096}"/>
              </a:ext>
            </a:extLst>
          </p:cNvPr>
          <p:cNvSpPr>
            <a:spLocks noGrp="1"/>
          </p:cNvSpPr>
          <p:nvPr/>
        </p:nvSpPr>
        <p:spPr>
          <a:xfrm>
            <a:off x="6334125" y="342900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C / Triton-Ascend / ATB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SGL Kernel NPU；量化按引擎核验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CAD9F23-7D99-4A20-B9D0-28B5984BC599}"/>
              </a:ext>
            </a:extLst>
          </p:cNvPr>
          <p:cNvSpPr>
            <a:spLocks noGrp="1"/>
          </p:cNvSpPr>
          <p:nvPr/>
        </p:nvSpPr>
        <p:spPr>
          <a:xfrm>
            <a:off x="7848600" y="3810000"/>
            <a:ext cx="19050" cy="19050"/>
          </a:xfrm>
          <a:prstGeom prst="rect">
            <a:avLst/>
          </a:prstGeom>
          <a:solidFill>
            <a:srgbClr val="B63A43"/>
          </a:solidFill>
          <a:ln w="9525">
            <a:solidFill>
              <a:srgbClr val="B63A43"/>
            </a:solidFill>
          </a:ln>
        </p:spPr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6D647CD0-EBBD-4B87-B3F3-0E469ADAF34A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AEFF0"/>
          </a:solidFill>
          <a:ln w="9525">
            <a:noFill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3E62C4C-E37F-4D20-8354-D990E113D252}"/>
              </a:ext>
            </a:extLst>
          </p:cNvPr>
          <p:cNvSpPr>
            <a:spLocks noGrp="1"/>
          </p:cNvSpPr>
          <p:nvPr/>
        </p:nvSpPr>
        <p:spPr>
          <a:xfrm>
            <a:off x="6210300" y="3829050"/>
            <a:ext cx="38100" cy="571500"/>
          </a:xfrm>
          <a:prstGeom prst="rect">
            <a:avLst/>
          </a:prstGeom>
          <a:solidFill>
            <a:srgbClr val="B63A43"/>
          </a:solidFill>
          <a:ln w="9525">
            <a:solidFill>
              <a:srgbClr val="B63A43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94E1791-3361-4D4F-A2F1-19D4492760CB}"/>
              </a:ext>
            </a:extLst>
          </p:cNvPr>
          <p:cNvSpPr>
            <a:spLocks noGrp="1"/>
          </p:cNvSpPr>
          <p:nvPr/>
        </p:nvSpPr>
        <p:spPr>
          <a:xfrm>
            <a:off x="6334125" y="385762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框架适配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6428393-3AEC-4CFC-AF95-136C57A9E4C1}"/>
              </a:ext>
            </a:extLst>
          </p:cNvPr>
          <p:cNvSpPr>
            <a:spLocks noGrp="1"/>
          </p:cNvSpPr>
          <p:nvPr/>
        </p:nvSpPr>
        <p:spPr>
          <a:xfrm>
            <a:off x="6334125" y="401955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PyTorch＋torch_npu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MindSpore（另一条框架路径）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7E4240D-E356-41B0-8F40-A69E04B7A528}"/>
              </a:ext>
            </a:extLst>
          </p:cNvPr>
          <p:cNvSpPr>
            <a:spLocks noGrp="1"/>
          </p:cNvSpPr>
          <p:nvPr/>
        </p:nvSpPr>
        <p:spPr>
          <a:xfrm>
            <a:off x="7848600" y="4400550"/>
            <a:ext cx="19050" cy="19050"/>
          </a:xfrm>
          <a:prstGeom prst="rect">
            <a:avLst/>
          </a:prstGeom>
          <a:solidFill>
            <a:srgbClr val="B63A43"/>
          </a:solidFill>
          <a:ln w="9525">
            <a:solidFill>
              <a:srgbClr val="B63A43"/>
            </a:solidFill>
          </a:ln>
        </p:spPr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C60923E5-F046-4CF9-9855-AED499DE9528}"/>
              </a:ext>
            </a:extLst>
          </p:cNvPr>
          <p:cNvSpPr>
            <a:spLocks noGrp="1"/>
          </p:cNvSpPr>
          <p:nvPr/>
        </p:nvSpPr>
        <p:spPr>
          <a:xfrm>
            <a:off x="6210300" y="441960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AEFF0"/>
          </a:solidFill>
          <a:ln w="9525">
            <a:noFill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ED7C8EF-D403-4D16-A380-E5FACCD44E30}"/>
              </a:ext>
            </a:extLst>
          </p:cNvPr>
          <p:cNvSpPr>
            <a:spLocks noGrp="1"/>
          </p:cNvSpPr>
          <p:nvPr/>
        </p:nvSpPr>
        <p:spPr>
          <a:xfrm>
            <a:off x="6210300" y="4419600"/>
            <a:ext cx="38100" cy="571500"/>
          </a:xfrm>
          <a:prstGeom prst="rect">
            <a:avLst/>
          </a:prstGeom>
          <a:solidFill>
            <a:srgbClr val="B63A43"/>
          </a:solidFill>
          <a:ln w="9525">
            <a:solidFill>
              <a:srgbClr val="B63A43"/>
            </a:solidFill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4C578D0-ED1A-4925-8763-0AD3EB29682A}"/>
              </a:ext>
            </a:extLst>
          </p:cNvPr>
          <p:cNvSpPr>
            <a:spLocks noGrp="1"/>
          </p:cNvSpPr>
          <p:nvPr/>
        </p:nvSpPr>
        <p:spPr>
          <a:xfrm>
            <a:off x="6334125" y="444817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计算与通信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FFAC4BC-2CC1-4E2B-A1B8-FCBA1DEC24FD}"/>
              </a:ext>
            </a:extLst>
          </p:cNvPr>
          <p:cNvSpPr>
            <a:spLocks noGrp="1"/>
          </p:cNvSpPr>
          <p:nvPr/>
        </p:nvSpPr>
        <p:spPr>
          <a:xfrm>
            <a:off x="6334125" y="461010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CANN / AscendCL、算子包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HCCL、ATB（按引擎）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92D3620-EC71-4219-AAF3-E881B11C336A}"/>
              </a:ext>
            </a:extLst>
          </p:cNvPr>
          <p:cNvSpPr>
            <a:spLocks noGrp="1"/>
          </p:cNvSpPr>
          <p:nvPr/>
        </p:nvSpPr>
        <p:spPr>
          <a:xfrm>
            <a:off x="7848600" y="4991100"/>
            <a:ext cx="19050" cy="19050"/>
          </a:xfrm>
          <a:prstGeom prst="rect">
            <a:avLst/>
          </a:prstGeom>
          <a:solidFill>
            <a:srgbClr val="B63A43"/>
          </a:solidFill>
          <a:ln w="9525">
            <a:solidFill>
              <a:srgbClr val="B63A43"/>
            </a:solidFill>
          </a:ln>
        </p:spPr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7C2AA2B0-6484-4DB5-9717-554EF2246B53}"/>
              </a:ext>
            </a:extLst>
          </p:cNvPr>
          <p:cNvSpPr>
            <a:spLocks noGrp="1"/>
          </p:cNvSpPr>
          <p:nvPr/>
        </p:nvSpPr>
        <p:spPr>
          <a:xfrm>
            <a:off x="6210300" y="5010150"/>
            <a:ext cx="3333750" cy="571500"/>
          </a:xfrm>
          <a:prstGeom prst="roundRect">
            <a:avLst>
              <a:gd name="adj" fmla="val 8333"/>
            </a:avLst>
          </a:prstGeom>
          <a:solidFill>
            <a:srgbClr val="FAEFF0"/>
          </a:solidFill>
          <a:ln w="9525">
            <a:noFill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2EAFD1C-74B4-43C2-A948-7433747658B4}"/>
              </a:ext>
            </a:extLst>
          </p:cNvPr>
          <p:cNvSpPr>
            <a:spLocks noGrp="1"/>
          </p:cNvSpPr>
          <p:nvPr/>
        </p:nvSpPr>
        <p:spPr>
          <a:xfrm>
            <a:off x="6210300" y="5010150"/>
            <a:ext cx="38100" cy="571500"/>
          </a:xfrm>
          <a:prstGeom prst="rect">
            <a:avLst/>
          </a:prstGeom>
          <a:solidFill>
            <a:srgbClr val="B63A43"/>
          </a:solidFill>
          <a:ln w="9525">
            <a:solidFill>
              <a:srgbClr val="B63A43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316B733-A3EE-476B-B37B-00650D3EA92F}"/>
              </a:ext>
            </a:extLst>
          </p:cNvPr>
          <p:cNvSpPr>
            <a:spLocks noGrp="1"/>
          </p:cNvSpPr>
          <p:nvPr/>
        </p:nvSpPr>
        <p:spPr>
          <a:xfrm>
            <a:off x="6334125" y="5038725"/>
            <a:ext cx="30956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宿主机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3C52838-0D94-4E59-9963-74BB9D054834}"/>
              </a:ext>
            </a:extLst>
          </p:cNvPr>
          <p:cNvSpPr>
            <a:spLocks noGrp="1"/>
          </p:cNvSpPr>
          <p:nvPr/>
        </p:nvSpPr>
        <p:spPr>
          <a:xfrm>
            <a:off x="6334125" y="5200650"/>
            <a:ext cx="3095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Linux / 内核、NPU Driver＋固件</a:t>
            </a:r>
          </a:p>
          <a:p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npu-smi / DCMI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F164E0C-0A6A-4045-AFF1-F8D031CFAFBF}"/>
              </a:ext>
            </a:extLst>
          </p:cNvPr>
          <p:cNvSpPr>
            <a:spLocks noGrp="1"/>
          </p:cNvSpPr>
          <p:nvPr/>
        </p:nvSpPr>
        <p:spPr>
          <a:xfrm>
            <a:off x="9734550" y="2657475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C883EB0-E05B-49A7-84B5-625ABA1B18DD}"/>
              </a:ext>
            </a:extLst>
          </p:cNvPr>
          <p:cNvSpPr>
            <a:spLocks noGrp="1"/>
          </p:cNvSpPr>
          <p:nvPr/>
        </p:nvSpPr>
        <p:spPr>
          <a:xfrm>
            <a:off x="9734550" y="2905125"/>
            <a:ext cx="17430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containerd / Docker*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Docker Runtime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设备挂载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F1E7640-BE62-4115-AEC8-F890531D2CB1}"/>
              </a:ext>
            </a:extLst>
          </p:cNvPr>
          <p:cNvSpPr>
            <a:spLocks noGrp="1"/>
          </p:cNvSpPr>
          <p:nvPr/>
        </p:nvSpPr>
        <p:spPr>
          <a:xfrm>
            <a:off x="9734550" y="3590925"/>
            <a:ext cx="1743075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C3EE409-EAF0-477C-A987-F8C80FEB7A42}"/>
              </a:ext>
            </a:extLst>
          </p:cNvPr>
          <p:cNvSpPr>
            <a:spLocks noGrp="1"/>
          </p:cNvSpPr>
          <p:nvPr/>
        </p:nvSpPr>
        <p:spPr>
          <a:xfrm>
            <a:off x="9734550" y="3648075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K8s 资源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7703F59-BF9D-4C9E-AD40-054D6B53CE03}"/>
              </a:ext>
            </a:extLst>
          </p:cNvPr>
          <p:cNvSpPr>
            <a:spLocks noGrp="1"/>
          </p:cNvSpPr>
          <p:nvPr/>
        </p:nvSpPr>
        <p:spPr>
          <a:xfrm>
            <a:off x="9734550" y="3895725"/>
            <a:ext cx="17430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Device Plugin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Volcano / Ascend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Operator（按需）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10E5709-F808-4F0C-8632-4A71347A0242}"/>
              </a:ext>
            </a:extLst>
          </p:cNvPr>
          <p:cNvSpPr>
            <a:spLocks noGrp="1"/>
          </p:cNvSpPr>
          <p:nvPr/>
        </p:nvSpPr>
        <p:spPr>
          <a:xfrm>
            <a:off x="9734550" y="4581525"/>
            <a:ext cx="1743075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15EB767-0FBC-4008-83E8-CA0317DA92C9}"/>
              </a:ext>
            </a:extLst>
          </p:cNvPr>
          <p:cNvSpPr>
            <a:spLocks noGrp="1"/>
          </p:cNvSpPr>
          <p:nvPr/>
        </p:nvSpPr>
        <p:spPr>
          <a:xfrm>
            <a:off x="9734550" y="4638675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监控与运维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A750569-732D-471B-8875-24986D33B792}"/>
              </a:ext>
            </a:extLst>
          </p:cNvPr>
          <p:cNvSpPr>
            <a:spLocks noGrp="1"/>
          </p:cNvSpPr>
          <p:nvPr/>
        </p:nvSpPr>
        <p:spPr>
          <a:xfrm>
            <a:off x="9734550" y="4886325"/>
            <a:ext cx="17430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NPU Exporter / Prometheus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NodeD / ClusterD / msprof</a:t>
            </a:r>
          </a:p>
          <a:p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（按需）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8AC42E3-8831-4843-BBE9-BFF74BA24693}"/>
              </a:ext>
            </a:extLst>
          </p:cNvPr>
          <p:cNvSpPr>
            <a:spLocks noGrp="1"/>
          </p:cNvSpPr>
          <p:nvPr/>
        </p:nvSpPr>
        <p:spPr>
          <a:xfrm>
            <a:off x="9734550" y="5572125"/>
            <a:ext cx="1743075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D7300EC-5138-4F14-88E7-26B0538B96EE}"/>
              </a:ext>
            </a:extLst>
          </p:cNvPr>
          <p:cNvSpPr>
            <a:spLocks noGrp="1"/>
          </p:cNvSpPr>
          <p:nvPr/>
        </p:nvSpPr>
        <p:spPr>
          <a:xfrm>
            <a:off x="590550" y="5724525"/>
            <a:ext cx="109347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D2944F72-C456-480A-8DEE-D97A3CD22AC3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110109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驱动与运行库：设备可用     框架、算子与引擎：模型能跑     部署组件与版本须配套核验</a:t>
            </a:r>
          </a:p>
        </p:txBody>
      </p:sp>
    </p:spTree>
    <p:extLst>
      <p:ext uri="{BB962C8B-B14F-4D97-AF65-F5344CB8AC3E}">
        <p14:creationId xmlns:p14="http://schemas.microsoft.com/office/powerpoint/2010/main" val="148125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3049B7A-9F7B-4B2A-B18D-020BB79CE111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467B2E-A6F0-49FF-920F-FFF7F3ED140F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软件支持如何转化为模型可部署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37C83E-DF0B-4442-BA8E-4A2B2AC6BDCD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方法论：对“模型＋权重格式＋硬件＋引擎版本＋服务规格”验证，而非只查模型名称。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BEFFFB-BDE8-4B38-A929-348602E22A65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C70F1E-F179-42A9-B8A2-364009E2CBAF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D1A270-D238-403D-B691-F7CD8A13B263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E5BA3D-4382-4FA1-9BA4-E20A8C117A6E}"/>
              </a:ext>
            </a:extLst>
          </p:cNvPr>
          <p:cNvSpPr>
            <a:spLocks noGrp="1"/>
          </p:cNvSpPr>
          <p:nvPr/>
        </p:nvSpPr>
        <p:spPr>
          <a:xfrm>
            <a:off x="590550" y="1924050"/>
            <a:ext cx="2619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定义任务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690AD9-4E9F-4D5B-AEA1-7DFE8AF1149D}"/>
              </a:ext>
            </a:extLst>
          </p:cNvPr>
          <p:cNvSpPr>
            <a:spLocks noGrp="1"/>
          </p:cNvSpPr>
          <p:nvPr/>
        </p:nvSpPr>
        <p:spPr>
          <a:xfrm>
            <a:off x="590550" y="2305050"/>
            <a:ext cx="2524125" cy="19050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50804F-7E0B-40AA-B84C-6CDE26A4D2EA}"/>
              </a:ext>
            </a:extLst>
          </p:cNvPr>
          <p:cNvSpPr>
            <a:spLocks noGrp="1"/>
          </p:cNvSpPr>
          <p:nvPr/>
        </p:nvSpPr>
        <p:spPr>
          <a:xfrm>
            <a:off x="590550" y="2409825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固定模型 revision、精度 / 量化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上下文、并发、TP / PP、接口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F67781-76E2-43F8-96DA-16FFF1F34F42}"/>
              </a:ext>
            </a:extLst>
          </p:cNvPr>
          <p:cNvSpPr>
            <a:spLocks noGrp="1"/>
          </p:cNvSpPr>
          <p:nvPr/>
        </p:nvSpPr>
        <p:spPr>
          <a:xfrm>
            <a:off x="3390900" y="1924050"/>
            <a:ext cx="2619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查支持交集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F856CB-6E0A-409F-86C1-1233CB1A786F}"/>
              </a:ext>
            </a:extLst>
          </p:cNvPr>
          <p:cNvSpPr>
            <a:spLocks noGrp="1"/>
          </p:cNvSpPr>
          <p:nvPr/>
        </p:nvSpPr>
        <p:spPr>
          <a:xfrm>
            <a:off x="3390900" y="2305050"/>
            <a:ext cx="2524125" cy="19050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2F05DA-BFC9-4E8D-9BBA-79595A3ACC54}"/>
              </a:ext>
            </a:extLst>
          </p:cNvPr>
          <p:cNvSpPr>
            <a:spLocks noGrp="1"/>
          </p:cNvSpPr>
          <p:nvPr/>
        </p:nvSpPr>
        <p:spPr>
          <a:xfrm>
            <a:off x="3390900" y="2409825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核对硬件、模型与特性矩阵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反查算子、框架及运行库版本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A2E00D-3CB7-497B-B612-C4D38F3E143C}"/>
              </a:ext>
            </a:extLst>
          </p:cNvPr>
          <p:cNvSpPr>
            <a:spLocks noGrp="1"/>
          </p:cNvSpPr>
          <p:nvPr/>
        </p:nvSpPr>
        <p:spPr>
          <a:xfrm>
            <a:off x="6191250" y="1924050"/>
            <a:ext cx="2619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冻结软件组合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BD4D0B-4C8C-4110-A6EB-B4B69B311B78}"/>
              </a:ext>
            </a:extLst>
          </p:cNvPr>
          <p:cNvSpPr>
            <a:spLocks noGrp="1"/>
          </p:cNvSpPr>
          <p:nvPr/>
        </p:nvSpPr>
        <p:spPr>
          <a:xfrm>
            <a:off x="6191250" y="2305050"/>
            <a:ext cx="2524125" cy="19050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4DDCF8-BE91-4E3E-A18F-6416307CCB56}"/>
              </a:ext>
            </a:extLst>
          </p:cNvPr>
          <p:cNvSpPr>
            <a:spLocks noGrp="1"/>
          </p:cNvSpPr>
          <p:nvPr/>
        </p:nvSpPr>
        <p:spPr>
          <a:xfrm>
            <a:off x="6191250" y="2409825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 / 固件、镜像 digest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框架、引擎 / 插件、权重 hash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1B55F4-BF24-41FE-8E7D-6D043B95B4B6}"/>
              </a:ext>
            </a:extLst>
          </p:cNvPr>
          <p:cNvSpPr>
            <a:spLocks noGrp="1"/>
          </p:cNvSpPr>
          <p:nvPr/>
        </p:nvSpPr>
        <p:spPr>
          <a:xfrm>
            <a:off x="8991600" y="1924050"/>
            <a:ext cx="2619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实机验收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F84B4E-2859-43A3-AA84-3674AA5CAA67}"/>
              </a:ext>
            </a:extLst>
          </p:cNvPr>
          <p:cNvSpPr>
            <a:spLocks noGrp="1"/>
          </p:cNvSpPr>
          <p:nvPr/>
        </p:nvSpPr>
        <p:spPr>
          <a:xfrm>
            <a:off x="8991600" y="2305050"/>
            <a:ext cx="2524125" cy="19050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934E54-CC73-40D1-A423-AC69C48945E6}"/>
              </a:ext>
            </a:extLst>
          </p:cNvPr>
          <p:cNvSpPr>
            <a:spLocks noGrp="1"/>
          </p:cNvSpPr>
          <p:nvPr/>
        </p:nvSpPr>
        <p:spPr>
          <a:xfrm>
            <a:off x="8991600" y="2409825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单卡 / 单容器起测，再多卡 / K8s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质量、显存、TTFT / TPOT、稳定性</a:t>
            </a:r>
          </a:p>
        </p:txBody>
      </p:sp>
      <p:graphicFrame>
        <p:nvGraphicFramePr>
          <p:cNvPr id="43" name="表格 42"/>
          <p:cNvGraphicFramePr/>
          <p:nvPr/>
        </p:nvGraphicFramePr>
        <p:xfrm>
          <a:off x="571500" y="3209925"/>
          <a:ext cx="11049000" cy="20478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例子：部署 Qwen3-8B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先准备运行环境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NVIDIA 驱动，使用 CUDA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镜像内装匹配的 PyTorch 和 vLLM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NPU 驱动与固件，使用 CANN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装匹配的 torch_npu、vLLM 和 Ascend 插件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为什么不能直接照搬？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先选 FP16、小上下文、单卡试跑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8B 权重约 16GB，另需 KV 缓存，可能放不下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镜像不能直接用，需换昇腾后端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还要核对该模型的算子和精度是否受支持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怎么知道真的能用？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若显存不足，选受支持的量化或多卡方案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同一组问题检查答案，再测并发与响应时间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先检查答案与显存，再测多卡通信和并发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容器能启动、能识别卡，都不算模型验收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10D13857-526D-4F7D-8702-A186FEF355CE}"/>
              </a:ext>
            </a:extLst>
          </p:cNvPr>
          <p:cNvSpPr>
            <a:spLocks noGrp="1"/>
          </p:cNvSpPr>
          <p:nvPr/>
        </p:nvSpPr>
        <p:spPr>
          <a:xfrm>
            <a:off x="590550" y="5362575"/>
            <a:ext cx="11010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结论：同一个模型，两套软件环境；能加载、答得对、速度达标，才算部署通过。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2D3C36-3A59-4E81-8853-1DB925B1DD88}"/>
              </a:ext>
            </a:extLst>
          </p:cNvPr>
          <p:cNvSpPr>
            <a:spLocks noGrp="1"/>
          </p:cNvSpPr>
          <p:nvPr/>
        </p:nvSpPr>
        <p:spPr>
          <a:xfrm>
            <a:off x="590550" y="5829300"/>
            <a:ext cx="110109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官方依据：[1] GPU Operator  [3] MindCluster  [4] torch_npu 配套  [5] vLLM 硬件 / 量化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C50948-C913-4191-B717-3E2460EFB44F}"/>
              </a:ext>
            </a:extLst>
          </p:cNvPr>
          <p:cNvSpPr>
            <a:spLocks noGrp="1"/>
          </p:cNvSpPr>
          <p:nvPr/>
        </p:nvSpPr>
        <p:spPr>
          <a:xfrm>
            <a:off x="590550" y="6057900"/>
            <a:ext cx="110109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[</a:t>
            </a:r>
            <a:r>
              <a:rPr lang="en-US" sz="12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</a:t>
            </a: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] vLLM Ascend 安装 / 模型矩阵  [</a:t>
            </a:r>
            <a:r>
              <a:rPr lang="en-US" sz="12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7</a:t>
            </a: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] SGLang 安装 / Ascend 模型表</a:t>
            </a:r>
          </a:p>
        </p:txBody>
      </p:sp>
    </p:spTree>
    <p:extLst>
      <p:ext uri="{BB962C8B-B14F-4D97-AF65-F5344CB8AC3E}">
        <p14:creationId xmlns:p14="http://schemas.microsoft.com/office/powerpoint/2010/main" val="16737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74414362-207C-4061-A7D3-FFBD272E7AFD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F262F0-68C6-4060-A25C-93953520BF11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适配方法论：逐关核验，最后用实机结果判定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9F41B9-A86C-4EEF-A732-D52370DAA648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先固定模型版本、权重格式和服务目标：输入 / 输出长度、并发数，或图像 / 视频规格。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1B366F-3525-4C2B-9149-8CE12852E24A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A9E4FF-906E-43F4-9531-CFD8ADCEAC99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88EC44-3670-4452-ADFF-F7A2EC560567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D872D0-4C0A-42AB-8EB1-CA6A34AC051F}"/>
              </a:ext>
            </a:extLst>
          </p:cNvPr>
          <p:cNvSpPr>
            <a:spLocks noGrp="1"/>
          </p:cNvSpPr>
          <p:nvPr/>
        </p:nvSpPr>
        <p:spPr>
          <a:xfrm>
            <a:off x="590550" y="1914525"/>
            <a:ext cx="5429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69090D-F9AA-4CE8-9B09-0DCC91D3DA5A}"/>
              </a:ext>
            </a:extLst>
          </p:cNvPr>
          <p:cNvSpPr>
            <a:spLocks noGrp="1"/>
          </p:cNvSpPr>
          <p:nvPr/>
        </p:nvSpPr>
        <p:spPr>
          <a:xfrm>
            <a:off x="1285875" y="1914525"/>
            <a:ext cx="10096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硬件支持这种精度吗？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DB3A67-42BA-4533-A75B-4BDF73E9F126}"/>
              </a:ext>
            </a:extLst>
          </p:cNvPr>
          <p:cNvSpPr>
            <a:spLocks noGrp="1"/>
          </p:cNvSpPr>
          <p:nvPr/>
        </p:nvSpPr>
        <p:spPr>
          <a:xfrm>
            <a:off x="1285875" y="2247900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查卡型、单卡显存和官方精度能力，再核对驱动 / CANN / CUDA 配套。</a:t>
            </a:r>
          </a:p>
          <a:p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 优先核验 FP16 / INT8 路径；4 位权重还需专用算子，不能只看“支持 INT8”。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42280A-BA4C-4F33-9FC0-BEA2986499B9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3381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产物：卡型＋精度候选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F8BE20-FB3F-4775-9DA9-0F59CA580CEA}"/>
              </a:ext>
            </a:extLst>
          </p:cNvPr>
          <p:cNvSpPr>
            <a:spLocks noGrp="1"/>
          </p:cNvSpPr>
          <p:nvPr/>
        </p:nvSpPr>
        <p:spPr>
          <a:xfrm>
            <a:off x="590550" y="2867025"/>
            <a:ext cx="5429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D30DF-7FEA-40D2-9244-0984F5D5338F}"/>
              </a:ext>
            </a:extLst>
          </p:cNvPr>
          <p:cNvSpPr>
            <a:spLocks noGrp="1"/>
          </p:cNvSpPr>
          <p:nvPr/>
        </p:nvSpPr>
        <p:spPr>
          <a:xfrm>
            <a:off x="1285875" y="2867025"/>
            <a:ext cx="10096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推理引擎能运行这个模型吗？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43345B-6B8D-439E-8F8C-4DC54685A085}"/>
              </a:ext>
            </a:extLst>
          </p:cNvPr>
          <p:cNvSpPr>
            <a:spLocks noGrp="1"/>
          </p:cNvSpPr>
          <p:nvPr/>
        </p:nvSpPr>
        <p:spPr>
          <a:xfrm>
            <a:off x="1285875" y="3200400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查具体模型结构、量化格式、注意力 / MoE 算子和多卡模式的版本支持。</a:t>
            </a:r>
          </a:p>
          <a:p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例如：T4 的 Qwen3.5-9B 先查 llama.cpp 的 GGUF 路径；910B 查 Ascend 后端。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26D843-772D-42D1-9822-AE7A29B7731F}"/>
              </a:ext>
            </a:extLst>
          </p:cNvPr>
          <p:cNvSpPr>
            <a:spLocks noGrp="1"/>
          </p:cNvSpPr>
          <p:nvPr/>
        </p:nvSpPr>
        <p:spPr>
          <a:xfrm>
            <a:off x="8191500" y="2876550"/>
            <a:ext cx="3381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产物：可复现的软件组合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BF5562-E005-431D-9283-3E38FB4A7D0A}"/>
              </a:ext>
            </a:extLst>
          </p:cNvPr>
          <p:cNvSpPr>
            <a:spLocks noGrp="1"/>
          </p:cNvSpPr>
          <p:nvPr/>
        </p:nvSpPr>
        <p:spPr>
          <a:xfrm>
            <a:off x="590550" y="3819525"/>
            <a:ext cx="5429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E049DD-65FC-490C-9792-D01BFBACF4C2}"/>
              </a:ext>
            </a:extLst>
          </p:cNvPr>
          <p:cNvSpPr>
            <a:spLocks noGrp="1"/>
          </p:cNvSpPr>
          <p:nvPr/>
        </p:nvSpPr>
        <p:spPr>
          <a:xfrm>
            <a:off x="1285875" y="3819525"/>
            <a:ext cx="10096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每张卡的显存够吗？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8E6AB6-D69B-4C8C-843D-1A9D83718EE5}"/>
              </a:ext>
            </a:extLst>
          </p:cNvPr>
          <p:cNvSpPr>
            <a:spLocks noGrp="1"/>
          </p:cNvSpPr>
          <p:nvPr/>
        </p:nvSpPr>
        <p:spPr>
          <a:xfrm>
            <a:off x="1285875" y="4152900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逐卡峰值＝权重分片＋复制权重＋KV 缓存＋工作区 / 通信缓冲＋预留空间。</a:t>
            </a:r>
          </a:p>
          <a:p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例：9B × 2 字节 ≈18GB，仅 FP16 权重已超 T4 16GB，需量化或受支持的多卡方案。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4B67DF3-06BD-4EA5-B53A-8E2CA792ABBF}"/>
              </a:ext>
            </a:extLst>
          </p:cNvPr>
          <p:cNvSpPr>
            <a:spLocks noGrp="1"/>
          </p:cNvSpPr>
          <p:nvPr/>
        </p:nvSpPr>
        <p:spPr>
          <a:xfrm>
            <a:off x="8191500" y="3829050"/>
            <a:ext cx="3381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产物：卡数与负载上限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9908A1-F3A1-4E31-B725-AC002F83D16A}"/>
              </a:ext>
            </a:extLst>
          </p:cNvPr>
          <p:cNvSpPr>
            <a:spLocks noGrp="1"/>
          </p:cNvSpPr>
          <p:nvPr/>
        </p:nvSpPr>
        <p:spPr>
          <a:xfrm>
            <a:off x="590550" y="4772025"/>
            <a:ext cx="5429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20782F-EF99-496A-8C03-70835DC01B4B}"/>
              </a:ext>
            </a:extLst>
          </p:cNvPr>
          <p:cNvSpPr>
            <a:spLocks noGrp="1"/>
          </p:cNvSpPr>
          <p:nvPr/>
        </p:nvSpPr>
        <p:spPr>
          <a:xfrm>
            <a:off x="1285875" y="4772025"/>
            <a:ext cx="10096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部署效果达到要求吗？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14510B-AB9F-4D0D-BB7A-9EE874841317}"/>
              </a:ext>
            </a:extLst>
          </p:cNvPr>
          <p:cNvSpPr>
            <a:spLocks noGrp="1"/>
          </p:cNvSpPr>
          <p:nvPr/>
        </p:nvSpPr>
        <p:spPr>
          <a:xfrm>
            <a:off x="1285875" y="5105400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先加载并用固定样本检查输出质量，再增加上下文与并发，记录显存和响应时间。</a:t>
            </a:r>
          </a:p>
          <a:p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双机验证 HCCL / RoCE；YOLO 测检测精度与延迟，Wan 测视频质量与生成耗时。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3BDDC05-0021-49C9-B51C-5B431E23F753}"/>
              </a:ext>
            </a:extLst>
          </p:cNvPr>
          <p:cNvSpPr>
            <a:spLocks noGrp="1"/>
          </p:cNvSpPr>
          <p:nvPr/>
        </p:nvSpPr>
        <p:spPr>
          <a:xfrm>
            <a:off x="8191500" y="4781550"/>
            <a:ext cx="3381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产物：测试记录与验收结论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62D865-0970-4EFC-BDE2-92A07BA06169}"/>
              </a:ext>
            </a:extLst>
          </p:cNvPr>
          <p:cNvSpPr>
            <a:spLocks noGrp="1"/>
          </p:cNvSpPr>
          <p:nvPr/>
        </p:nvSpPr>
        <p:spPr>
          <a:xfrm>
            <a:off x="590550" y="5772150"/>
            <a:ext cx="110109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判定：四关通过才标“适配通过”；资料匹配标“候选”；缺少双机证据标“待验证”。</a:t>
            </a:r>
          </a:p>
        </p:txBody>
      </p:sp>
    </p:spTree>
    <p:extLst>
      <p:ext uri="{BB962C8B-B14F-4D97-AF65-F5344CB8AC3E}">
        <p14:creationId xmlns:p14="http://schemas.microsoft.com/office/powerpoint/2010/main" val="44202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04974E1-A116-49F1-B24C-AF69A2DC87C3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FB8856-012D-47DE-9F6F-23BCD3AE4783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现有设备的模型适配清单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7FFBC7-0838-4D00-9B26-5B8E535E7536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910B：2 台 × 8 卡，暂按 64GB / 卡；T4：6 台 × 8 卡 × 16GB。以下均未完成实机验收。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F520-518F-4BFE-AE8C-41101E37855D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9FE617-1F8A-4EBD-AA74-0C1DA3EDE28B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E556C6-F0E5-400F-B19C-FAAA32807E3E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8" name="表格 17"/>
          <p:cNvGraphicFramePr/>
          <p:nvPr>
            <p:extLst>
              <p:ext uri="{D42A27DB-BD31-4B8C-83A1-F6EECF244321}">
                <p14:modId xmlns:p14="http://schemas.microsoft.com/office/powerpoint/2010/main" val="2225548059"/>
              </p:ext>
            </p:extLst>
          </p:nvPr>
        </p:nvGraphicFramePr>
        <p:xfrm>
          <a:off x="571500" y="2047620"/>
          <a:ext cx="11049000" cy="3562350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 / 候选模型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精度与引擎路径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参考规模 / 当前判断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Qwen3.8-27B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/ W8A8，vLLM Ascend [5]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 A2 参考，优先验证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MiniMax-M3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[4]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 A2 参考，单机候选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GLM-5.3-Flash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[2]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双台 A2 参考，双机候选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Kimi-K2.6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W4A8，vLLM Ascend [6]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双台 A2 参考，16 卡候选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DeepSeek-V4.1-Flash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[1]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参考为四台 A2；双机待验证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GLM-5.3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W8A8C8，vLLM Ascend，实验支持 [3]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参考为四台 A2；</a:t>
                      </a:r>
                      <a:r>
                        <a:rPr lang="en-US"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可部署</a:t>
                      </a:r>
                      <a:r>
                        <a:rPr lang="zh-CN" altLang="en-US"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lang="en-US" altLang="zh-CN"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INT4</a:t>
                      </a:r>
                      <a:r>
                        <a:rPr lang="zh-CN" altLang="en-US"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量化版本</a:t>
                      </a:r>
                      <a:endParaRPr sz="1350" b="0">
                        <a:solidFill>
                          <a:srgbClr val="9B641C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n"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Qwen3.5-0.8B / 2B / 4B</a:t>
                      </a:r>
                      <a:endParaRPr sz="1350" b="1">
                        <a:solidFill>
                          <a:srgbClr val="233D50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兼容的 FP16 / GGUF，llama.cpp [12]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单卡候选，逐型号验证算子与显存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Qwen3.5-9B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GGUF Q4_K_M，llama.cpp [8]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已有单 T4 目录参考，优先验证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YOLO26n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 / TensorRT [9]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T4 基准，验证实际检测任务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Wan2.1-T2V-1.3B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独立视频管线，核验 FP16 后端 [10]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8.19GB 官方参考非 T4 实测，</a:t>
                      </a:r>
                      <a:r>
                        <a:rPr lang="zh-CN" altLang="en-US"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待验证</a:t>
                      </a:r>
                      <a:endParaRPr sz="1350" b="0">
                        <a:solidFill>
                          <a:srgbClr val="9B641C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85928C5-147B-4808-A5ED-3D0246EC2D20}"/>
              </a:ext>
            </a:extLst>
          </p:cNvPr>
          <p:cNvSpPr>
            <a:spLocks noGrp="1"/>
          </p:cNvSpPr>
          <p:nvPr/>
        </p:nvSpPr>
        <p:spPr>
          <a:xfrm>
            <a:off x="590550" y="5856333"/>
            <a:ext cx="11010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结论：先验证 Qwen3.8-27B、T4 的 Qwen3.5-9B 量化与 YOLO26n，再扩展候选。</a:t>
            </a:r>
          </a:p>
        </p:txBody>
      </p:sp>
    </p:spTree>
    <p:extLst>
      <p:ext uri="{BB962C8B-B14F-4D97-AF65-F5344CB8AC3E}">
        <p14:creationId xmlns:p14="http://schemas.microsoft.com/office/powerpoint/2010/main" val="205648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E719A0D9-65BF-41B8-BD09-F91D37584C0C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0CD149-4B61-4A14-82FE-9AD0F7417456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模型部署全流程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B3D174-A08D-4F4C-B1F4-8198C238A0AD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从模型仓库到 MASS 服务：四个阶段推进，验收通过后发布。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83C7A5-4D5A-4E4C-A3AF-37FE0DCCD5EB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1DF8EB-F849-4244-B270-6E91E7974A43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F87879-603D-4419-91FB-B9F457DC6537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1FF0A1-8F67-47CC-95B9-19D1BA3025AC}"/>
              </a:ext>
            </a:extLst>
          </p:cNvPr>
          <p:cNvSpPr>
            <a:spLocks noGrp="1"/>
          </p:cNvSpPr>
          <p:nvPr/>
        </p:nvSpPr>
        <p:spPr>
          <a:xfrm>
            <a:off x="571500" y="1981200"/>
            <a:ext cx="504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0CC901-A283-497C-AA5D-98CB221A217C}"/>
              </a:ext>
            </a:extLst>
          </p:cNvPr>
          <p:cNvSpPr>
            <a:spLocks noGrp="1"/>
          </p:cNvSpPr>
          <p:nvPr/>
        </p:nvSpPr>
        <p:spPr>
          <a:xfrm>
            <a:off x="1104900" y="198120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模型准备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994BDC-C92B-4154-9585-2BD195E58586}"/>
              </a:ext>
            </a:extLst>
          </p:cNvPr>
          <p:cNvSpPr>
            <a:spLocks noGrp="1"/>
          </p:cNvSpPr>
          <p:nvPr/>
        </p:nvSpPr>
        <p:spPr>
          <a:xfrm>
            <a:off x="571500" y="2505075"/>
            <a:ext cx="2533650" cy="28575"/>
          </a:xfrm>
          <a:prstGeom prst="rect">
            <a:avLst/>
          </a:prstGeom>
          <a:solidFill>
            <a:srgbClr val="008E9C"/>
          </a:solidFill>
          <a:ln w="9525">
            <a:solidFill>
              <a:srgbClr val="008E9C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C9C985-E87F-48CD-AF98-2830152D402F}"/>
              </a:ext>
            </a:extLst>
          </p:cNvPr>
          <p:cNvSpPr>
            <a:spLocks noGrp="1"/>
          </p:cNvSpPr>
          <p:nvPr/>
        </p:nvSpPr>
        <p:spPr>
          <a:xfrm>
            <a:off x="3409950" y="1981200"/>
            <a:ext cx="504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573ACB-F346-4986-9552-6D69C80AABE9}"/>
              </a:ext>
            </a:extLst>
          </p:cNvPr>
          <p:cNvSpPr>
            <a:spLocks noGrp="1"/>
          </p:cNvSpPr>
          <p:nvPr/>
        </p:nvSpPr>
        <p:spPr>
          <a:xfrm>
            <a:off x="3943350" y="198120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运行环境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AC5D18-9188-4CA2-8C31-562D3A9D7A40}"/>
              </a:ext>
            </a:extLst>
          </p:cNvPr>
          <p:cNvSpPr>
            <a:spLocks noGrp="1"/>
          </p:cNvSpPr>
          <p:nvPr/>
        </p:nvSpPr>
        <p:spPr>
          <a:xfrm>
            <a:off x="3409950" y="2505075"/>
            <a:ext cx="2533650" cy="28575"/>
          </a:xfrm>
          <a:prstGeom prst="rect">
            <a:avLst/>
          </a:prstGeom>
          <a:solidFill>
            <a:srgbClr val="008E9C"/>
          </a:solidFill>
          <a:ln w="9525">
            <a:solidFill>
              <a:srgbClr val="008E9C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595C62-7917-4622-A391-A27A83EDFDF4}"/>
              </a:ext>
            </a:extLst>
          </p:cNvPr>
          <p:cNvSpPr>
            <a:spLocks noGrp="1"/>
          </p:cNvSpPr>
          <p:nvPr/>
        </p:nvSpPr>
        <p:spPr>
          <a:xfrm>
            <a:off x="6248400" y="1981200"/>
            <a:ext cx="504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2F9A1F-5A26-47BA-9D5D-DFE22B3C20E4}"/>
              </a:ext>
            </a:extLst>
          </p:cNvPr>
          <p:cNvSpPr>
            <a:spLocks noGrp="1"/>
          </p:cNvSpPr>
          <p:nvPr/>
        </p:nvSpPr>
        <p:spPr>
          <a:xfrm>
            <a:off x="6781800" y="198120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推理服务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51E9A-BD78-4B9A-BE12-DA25739B7110}"/>
              </a:ext>
            </a:extLst>
          </p:cNvPr>
          <p:cNvSpPr>
            <a:spLocks noGrp="1"/>
          </p:cNvSpPr>
          <p:nvPr/>
        </p:nvSpPr>
        <p:spPr>
          <a:xfrm>
            <a:off x="6248400" y="2505075"/>
            <a:ext cx="2533650" cy="28575"/>
          </a:xfrm>
          <a:prstGeom prst="rect">
            <a:avLst/>
          </a:prstGeom>
          <a:solidFill>
            <a:srgbClr val="008E9C"/>
          </a:solidFill>
          <a:ln w="9525">
            <a:solidFill>
              <a:srgbClr val="008E9C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23F0B7-21B8-45A1-A9B2-8EAA66AD507D}"/>
              </a:ext>
            </a:extLst>
          </p:cNvPr>
          <p:cNvSpPr>
            <a:spLocks noGrp="1"/>
          </p:cNvSpPr>
          <p:nvPr/>
        </p:nvSpPr>
        <p:spPr>
          <a:xfrm>
            <a:off x="9086850" y="1981200"/>
            <a:ext cx="5048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E0C6A3-9643-40BF-AFBA-361AE0F9DCA7}"/>
              </a:ext>
            </a:extLst>
          </p:cNvPr>
          <p:cNvSpPr>
            <a:spLocks noGrp="1"/>
          </p:cNvSpPr>
          <p:nvPr/>
        </p:nvSpPr>
        <p:spPr>
          <a:xfrm>
            <a:off x="9620250" y="198120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验收与交付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E16BA3-FD63-40FC-9B3C-E06949E6D1A0}"/>
              </a:ext>
            </a:extLst>
          </p:cNvPr>
          <p:cNvSpPr>
            <a:spLocks noGrp="1"/>
          </p:cNvSpPr>
          <p:nvPr/>
        </p:nvSpPr>
        <p:spPr>
          <a:xfrm>
            <a:off x="9086850" y="2505075"/>
            <a:ext cx="2533650" cy="28575"/>
          </a:xfrm>
          <a:prstGeom prst="rect">
            <a:avLst/>
          </a:prstGeom>
          <a:solidFill>
            <a:srgbClr val="008E9C"/>
          </a:solidFill>
          <a:ln w="9525">
            <a:solidFill>
              <a:srgbClr val="008E9C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B3559E-9615-4807-9450-C5736F9E38B5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确定规格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7DA943-70D7-4443-8EEC-B7C757157CE0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仓库 / revision、精度与卡数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 / 并发、许可与权限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6E0FF4-B139-464D-94A5-316D3463C2F1}"/>
              </a:ext>
            </a:extLst>
          </p:cNvPr>
          <p:cNvSpPr>
            <a:spLocks noGrp="1"/>
          </p:cNvSpPr>
          <p:nvPr/>
        </p:nvSpPr>
        <p:spPr>
          <a:xfrm>
            <a:off x="571500" y="351472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下载与校验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8C19F0A-B7DD-4A88-8224-A681E4F63549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Hugging Face / ModelScope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权重分片、配置、SHA256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06608E6-C221-4579-A8DF-E815942A67F5}"/>
              </a:ext>
            </a:extLst>
          </p:cNvPr>
          <p:cNvSpPr>
            <a:spLocks noGrp="1"/>
          </p:cNvSpPr>
          <p:nvPr/>
        </p:nvSpPr>
        <p:spPr>
          <a:xfrm>
            <a:off x="571500" y="433387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准备权重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DF9329-A1D7-453D-87CE-948CD2464DEE}"/>
              </a:ext>
            </a:extLst>
          </p:cNvPr>
          <p:cNvSpPr>
            <a:spLocks noGrp="1"/>
          </p:cNvSpPr>
          <p:nvPr/>
        </p:nvSpPr>
        <p:spPr>
          <a:xfrm>
            <a:off x="571500" y="464820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按需量化 / 格式转换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补齐 tokenizer 与视觉组件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7958CDB-8F5F-48DD-8A7C-BFBE388C544E}"/>
              </a:ext>
            </a:extLst>
          </p:cNvPr>
          <p:cNvSpPr>
            <a:spLocks noGrp="1"/>
          </p:cNvSpPr>
          <p:nvPr/>
        </p:nvSpPr>
        <p:spPr>
          <a:xfrm>
            <a:off x="3409950" y="269557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节点与驱动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A01A88-CC89-49C7-887F-7B3EECE89C74}"/>
              </a:ext>
            </a:extLst>
          </p:cNvPr>
          <p:cNvSpPr>
            <a:spLocks noGrp="1"/>
          </p:cNvSpPr>
          <p:nvPr/>
        </p:nvSpPr>
        <p:spPr>
          <a:xfrm>
            <a:off x="3409950" y="300990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OS、IP / 时间、磁盘 / 权限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驱动与固件、设备健康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859955-F178-4111-8961-0CF26322BC96}"/>
              </a:ext>
            </a:extLst>
          </p:cNvPr>
          <p:cNvSpPr>
            <a:spLocks noGrp="1"/>
          </p:cNvSpPr>
          <p:nvPr/>
        </p:nvSpPr>
        <p:spPr>
          <a:xfrm>
            <a:off x="3409950" y="351472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模型与镜像分发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AE270A-0866-4E20-B46E-1E655F87F14D}"/>
              </a:ext>
            </a:extLst>
          </p:cNvPr>
          <p:cNvSpPr>
            <a:spLocks noGrp="1"/>
          </p:cNvSpPr>
          <p:nvPr/>
        </p:nvSpPr>
        <p:spPr>
          <a:xfrm>
            <a:off x="3409950" y="382905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各节点权重一致、固定路径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镜像配套、固定 digest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E13F23E-8D7D-4ECE-8418-0C044639EF73}"/>
              </a:ext>
            </a:extLst>
          </p:cNvPr>
          <p:cNvSpPr>
            <a:spLocks noGrp="1"/>
          </p:cNvSpPr>
          <p:nvPr/>
        </p:nvSpPr>
        <p:spPr>
          <a:xfrm>
            <a:off x="3409950" y="433387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容器接入设备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4F9E532-6668-4B38-996A-8E8CD5D86A54}"/>
              </a:ext>
            </a:extLst>
          </p:cNvPr>
          <p:cNvSpPr>
            <a:spLocks noGrp="1"/>
          </p:cNvSpPr>
          <p:nvPr/>
        </p:nvSpPr>
        <p:spPr>
          <a:xfrm>
            <a:off x="3409950" y="464820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透传卡与驱动库、挂载目录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共享内存 / 端口、容器内验卡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A9B734F-6060-4A22-8324-684A6D54C715}"/>
              </a:ext>
            </a:extLst>
          </p:cNvPr>
          <p:cNvSpPr>
            <a:spLocks noGrp="1"/>
          </p:cNvSpPr>
          <p:nvPr/>
        </p:nvSpPr>
        <p:spPr>
          <a:xfrm>
            <a:off x="6248400" y="269557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分支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6D02765-352F-4EEC-BA1C-5AF819DFF4E3}"/>
              </a:ext>
            </a:extLst>
          </p:cNvPr>
          <p:cNvSpPr>
            <a:spLocks noGrp="1"/>
          </p:cNvSpPr>
          <p:nvPr/>
        </p:nvSpPr>
        <p:spPr>
          <a:xfrm>
            <a:off x="6248400" y="300990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镜像＋vLLM Ascend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 A2 配方配置精度与并行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3C31A12-50F2-43CD-9231-E67F4AED9ECB}"/>
              </a:ext>
            </a:extLst>
          </p:cNvPr>
          <p:cNvSpPr>
            <a:spLocks noGrp="1"/>
          </p:cNvSpPr>
          <p:nvPr/>
        </p:nvSpPr>
        <p:spPr>
          <a:xfrm>
            <a:off x="6248400" y="351472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分支：按适配选引擎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E06BC0-B307-4DB8-B036-B6D0C6EDE94E}"/>
              </a:ext>
            </a:extLst>
          </p:cNvPr>
          <p:cNvSpPr>
            <a:spLocks noGrp="1"/>
          </p:cNvSpPr>
          <p:nvPr/>
        </p:nvSpPr>
        <p:spPr>
          <a:xfrm>
            <a:off x="6248400" y="382905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vLLM / SGLang（核验支持）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Ollama / llama.cpp（候选）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8001275-B781-4204-8B1A-5EFEA11E7261}"/>
              </a:ext>
            </a:extLst>
          </p:cNvPr>
          <p:cNvSpPr>
            <a:spLocks noGrp="1"/>
          </p:cNvSpPr>
          <p:nvPr/>
        </p:nvSpPr>
        <p:spPr>
          <a:xfrm>
            <a:off x="6248400" y="433387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启动与扩展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D704460-658C-45D4-B93A-64B01E8B9492}"/>
              </a:ext>
            </a:extLst>
          </p:cNvPr>
          <p:cNvSpPr>
            <a:spLocks noGrp="1"/>
          </p:cNvSpPr>
          <p:nvPr/>
        </p:nvSpPr>
        <p:spPr>
          <a:xfrm>
            <a:off x="6248400" y="464820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先单机低负载；双机先验 RoCE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再配 rank / TP / DP / EP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05CAC45-9D7E-49DA-B5A6-75C1617ECD79}"/>
              </a:ext>
            </a:extLst>
          </p:cNvPr>
          <p:cNvSpPr>
            <a:spLocks noGrp="1"/>
          </p:cNvSpPr>
          <p:nvPr/>
        </p:nvSpPr>
        <p:spPr>
          <a:xfrm>
            <a:off x="9086850" y="269557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接口与质量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790D9E8-704E-4C21-B1F0-8829776B45BF}"/>
              </a:ext>
            </a:extLst>
          </p:cNvPr>
          <p:cNvSpPr>
            <a:spLocks noGrp="1"/>
          </p:cNvSpPr>
          <p:nvPr/>
        </p:nvSpPr>
        <p:spPr>
          <a:xfrm>
            <a:off x="9086850" y="300990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健康检查、模型列表、推理 API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固定样本、流式输出、停止条件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9554B09-1FF6-4B7C-B301-1A998B8285B1}"/>
              </a:ext>
            </a:extLst>
          </p:cNvPr>
          <p:cNvSpPr>
            <a:spLocks noGrp="1"/>
          </p:cNvSpPr>
          <p:nvPr/>
        </p:nvSpPr>
        <p:spPr>
          <a:xfrm>
            <a:off x="9086850" y="351472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负载与稳定性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97A9AE6-2619-4F88-A15E-6FF3A97AC912}"/>
              </a:ext>
            </a:extLst>
          </p:cNvPr>
          <p:cNvSpPr>
            <a:spLocks noGrp="1"/>
          </p:cNvSpPr>
          <p:nvPr/>
        </p:nvSpPr>
        <p:spPr>
          <a:xfrm>
            <a:off x="9086850" y="382905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增加上下文 / 并发，记录显存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TTFT / TPOT / 吞吐，视觉另测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465FA5-5A3D-4DC5-A279-1774954E607A}"/>
              </a:ext>
            </a:extLst>
          </p:cNvPr>
          <p:cNvSpPr>
            <a:spLocks noGrp="1"/>
          </p:cNvSpPr>
          <p:nvPr/>
        </p:nvSpPr>
        <p:spPr>
          <a:xfrm>
            <a:off x="9086850" y="4333875"/>
            <a:ext cx="2533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MASS 接入与发布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AE2252-16EC-49AD-A30E-41F5882642B6}"/>
              </a:ext>
            </a:extLst>
          </p:cNvPr>
          <p:cNvSpPr>
            <a:spLocks noGrp="1"/>
          </p:cNvSpPr>
          <p:nvPr/>
        </p:nvSpPr>
        <p:spPr>
          <a:xfrm>
            <a:off x="9086850" y="4648200"/>
            <a:ext cx="2533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计量、端到端验证</a:t>
            </a:r>
          </a:p>
          <a:p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进程托管、监控、小流量与回退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61E3C3C-0DEC-4EB7-B82F-651259B95370}"/>
              </a:ext>
            </a:extLst>
          </p:cNvPr>
          <p:cNvSpPr>
            <a:spLocks noGrp="1"/>
          </p:cNvSpPr>
          <p:nvPr/>
        </p:nvSpPr>
        <p:spPr>
          <a:xfrm>
            <a:off x="571500" y="52863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476D55C-3DBF-4087-B6AD-44DDB7442BCF}"/>
              </a:ext>
            </a:extLst>
          </p:cNvPr>
          <p:cNvSpPr>
            <a:spLocks noGrp="1"/>
          </p:cNvSpPr>
          <p:nvPr/>
        </p:nvSpPr>
        <p:spPr>
          <a:xfrm>
            <a:off x="571500" y="5410200"/>
            <a:ext cx="2533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权重完整且可追溯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E5834A3-EADF-419A-9BD6-DE05B73F1E73}"/>
              </a:ext>
            </a:extLst>
          </p:cNvPr>
          <p:cNvSpPr>
            <a:spLocks noGrp="1"/>
          </p:cNvSpPr>
          <p:nvPr/>
        </p:nvSpPr>
        <p:spPr>
          <a:xfrm>
            <a:off x="3409950" y="5410200"/>
            <a:ext cx="2533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容器内设备可用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9F61A4F-C7CE-466C-BD38-1A838D29C59F}"/>
              </a:ext>
            </a:extLst>
          </p:cNvPr>
          <p:cNvSpPr>
            <a:spLocks noGrp="1"/>
          </p:cNvSpPr>
          <p:nvPr/>
        </p:nvSpPr>
        <p:spPr>
          <a:xfrm>
            <a:off x="6248400" y="5410200"/>
            <a:ext cx="2533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服务启动且可调用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BF210C2-9215-4D0C-9165-0A1C9D02428B}"/>
              </a:ext>
            </a:extLst>
          </p:cNvPr>
          <p:cNvSpPr>
            <a:spLocks noGrp="1"/>
          </p:cNvSpPr>
          <p:nvPr/>
        </p:nvSpPr>
        <p:spPr>
          <a:xfrm>
            <a:off x="9086850" y="5410200"/>
            <a:ext cx="2533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效果达标并可恢复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EFEEB33-00B9-441B-9EFC-4643E77C0029}"/>
              </a:ext>
            </a:extLst>
          </p:cNvPr>
          <p:cNvSpPr>
            <a:spLocks noGrp="1"/>
          </p:cNvSpPr>
          <p:nvPr/>
        </p:nvSpPr>
        <p:spPr>
          <a:xfrm>
            <a:off x="590550" y="5876925"/>
            <a:ext cx="11010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文本引擎按模型 / 量化 / 算子支持选型；YOLO / Wan 使用独立</a:t>
            </a:r>
            <a:r>
              <a:rPr lang="zh-CN" altLang="en-US"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框架</a:t>
            </a: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43858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8B2F05E6-BF69-4612-9A09-3339F78D6001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80D458-5078-488A-918E-81AB39EEB96C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压测方法：逐级加压，找到满足服务目标的最大并发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5BC67F-B148-47FD-9DD0-F75E479EC4CB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从独立压测机直连推理服务测基线，再经 MASS 复测；固定模型、精度、卡数、长度和缓存场景。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8909DD-AFFE-4285-ACC4-179CC391A8E7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9D2773-6210-4CA7-88FF-BE94CE1CF32F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299F75-C886-406D-AACC-ED98FD1F8FE9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000CAC-36C6-47C6-9F7A-9393D93625E0}"/>
              </a:ext>
            </a:extLst>
          </p:cNvPr>
          <p:cNvSpPr>
            <a:spLocks noGrp="1"/>
          </p:cNvSpPr>
          <p:nvPr/>
        </p:nvSpPr>
        <p:spPr>
          <a:xfrm>
            <a:off x="590550" y="1914525"/>
            <a:ext cx="110109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选择开源压测工具</a:t>
            </a:r>
          </a:p>
        </p:txBody>
      </p:sp>
      <p:graphicFrame>
        <p:nvGraphicFramePr>
          <p:cNvPr id="26" name="表格 25"/>
          <p:cNvGraphicFramePr/>
          <p:nvPr/>
        </p:nvGraphicFramePr>
        <p:xfrm>
          <a:off x="571500" y="2333625"/>
          <a:ext cx="11049000" cy="12763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工具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调用入口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本项目用法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自带工具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bench serve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 --max-concurrency 与 --request-rate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SGLang 自带工具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python -m sglang.bench_serving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 --max-concurrency，导出逐请求结果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EvalScope（统一复测）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evalscope perf --api openai --stream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 --parallel 扫并发，对齐两类服务的负载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88E86E04-369A-4984-8A42-4C3A576644F8}"/>
              </a:ext>
            </a:extLst>
          </p:cNvPr>
          <p:cNvSpPr>
            <a:spLocks noGrp="1"/>
          </p:cNvSpPr>
          <p:nvPr/>
        </p:nvSpPr>
        <p:spPr>
          <a:xfrm>
            <a:off x="590550" y="3819525"/>
            <a:ext cx="3476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构造三组负载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5EC117-A8CA-4043-82E8-3ACFD17BD4D6}"/>
              </a:ext>
            </a:extLst>
          </p:cNvPr>
          <p:cNvSpPr>
            <a:spLocks noGrp="1"/>
          </p:cNvSpPr>
          <p:nvPr/>
        </p:nvSpPr>
        <p:spPr>
          <a:xfrm>
            <a:off x="590550" y="4238625"/>
            <a:ext cx="34766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无命中：独立前缀，核验命中≈0</a:t>
            </a:r>
          </a:p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有命中：预热公共前缀＋不同后缀</a:t>
            </a:r>
          </a:p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混合：按业务比例组合，实测命中率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6A913D-4EC1-4196-8ECC-478724AC8ADA}"/>
              </a:ext>
            </a:extLst>
          </p:cNvPr>
          <p:cNvSpPr>
            <a:spLocks noGrp="1"/>
          </p:cNvSpPr>
          <p:nvPr/>
        </p:nvSpPr>
        <p:spPr>
          <a:xfrm>
            <a:off x="4381500" y="3819525"/>
            <a:ext cx="3476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逐级增加并发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2FD56-27EF-4C17-AA60-F61E75673218}"/>
              </a:ext>
            </a:extLst>
          </p:cNvPr>
          <p:cNvSpPr>
            <a:spLocks noGrp="1"/>
          </p:cNvSpPr>
          <p:nvPr/>
        </p:nvSpPr>
        <p:spPr>
          <a:xfrm>
            <a:off x="4381500" y="4238625"/>
            <a:ext cx="34766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示例：1、2、4、8、16、32…</a:t>
            </a:r>
          </a:p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临界区细扫，直至超时 / SLA 失败</a:t>
            </a:r>
          </a:p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记录实际在途请求与服务端排队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577420-35A2-4FAB-A851-4169B3AFCBDD}"/>
              </a:ext>
            </a:extLst>
          </p:cNvPr>
          <p:cNvSpPr>
            <a:spLocks noGrp="1"/>
          </p:cNvSpPr>
          <p:nvPr/>
        </p:nvSpPr>
        <p:spPr>
          <a:xfrm>
            <a:off x="8172450" y="3819525"/>
            <a:ext cx="3476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复测最大可用并发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6DD6E1-7F4D-4F23-ACCF-282D0B6AFFA6}"/>
              </a:ext>
            </a:extLst>
          </p:cNvPr>
          <p:cNvSpPr>
            <a:spLocks noGrp="1"/>
          </p:cNvSpPr>
          <p:nvPr/>
        </p:nvSpPr>
        <p:spPr>
          <a:xfrm>
            <a:off x="8172450" y="4238625"/>
            <a:ext cx="34766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每档预热后测稳态，临界点重复3次</a:t>
            </a:r>
          </a:p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吞吐不再增加且延迟上升时标饱和</a:t>
            </a:r>
          </a:p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最大可用并发须满足延迟与成功率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D62B17-1BC8-4E03-8FA3-4594B5E9E73F}"/>
              </a:ext>
            </a:extLst>
          </p:cNvPr>
          <p:cNvSpPr>
            <a:spLocks noGrp="1"/>
          </p:cNvSpPr>
          <p:nvPr/>
        </p:nvSpPr>
        <p:spPr>
          <a:xfrm>
            <a:off x="590550" y="5353050"/>
            <a:ext cx="11010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测量纪律：流式响应计时；预热不计入；三组保持相同输入 / 输出长度；记录失败与提前结束。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056A71-2945-422C-9713-F663FFC0031B}"/>
              </a:ext>
            </a:extLst>
          </p:cNvPr>
          <p:cNvSpPr>
            <a:spLocks noGrp="1"/>
          </p:cNvSpPr>
          <p:nvPr/>
        </p:nvSpPr>
        <p:spPr>
          <a:xfrm>
            <a:off x="590550" y="5743575"/>
            <a:ext cx="110109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交付结果：并发—吞吐—P95 延迟曲线，分别标注饱和点与满足 SLA 的最大可用并发。</a:t>
            </a:r>
          </a:p>
        </p:txBody>
      </p:sp>
    </p:spTree>
    <p:extLst>
      <p:ext uri="{BB962C8B-B14F-4D97-AF65-F5344CB8AC3E}">
        <p14:creationId xmlns:p14="http://schemas.microsoft.com/office/powerpoint/2010/main" val="1543071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6C78777-2342-40F4-B9F6-6D3390EBBE3A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55A763-B7B4-41D7-9147-204B7159004A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记录指标：延迟、并发与三类 Token 吞吐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6A3638-7DF5-41D9-8C82-C9C9FE96F8D5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每个模型 × 精度 × 卡数 × 长度组合 × 缓存场景 × 并发档，单独保留一行结果和原始请求记录。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829EC6-3B48-4FF5-9567-13FD9A5C4FD2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220E23-F6DE-4399-9392-9C0530775C85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048AD0-4E0E-4928-AD9C-EEFFB0484720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571500" y="1914525"/>
          <a:ext cx="11049000" cy="340042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必须记录的指标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定义与单位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统计 / 取数方式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并发与可靠性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 / 实际并发、请求速率、成功率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超时数、错误数、排队长度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压测端请求日志＋服务端运行 / 等待指标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TTFT：首 Token 延迟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首个有效输出 Token 时间－请求发出时间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ms，记录 P50 / P95 / P99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客户端流式计时，包含网络、排队和 Prefill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TPOT：平均后续 Token 间隔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（最后 Token 时间－首 Token 时间）/（输出数－1）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ms/token，输出数≤1时不计算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逐请求计算再汇总分位数；另存 E2E 延迟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无命中吞吐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Σ（输入 Token－命中 Token）×60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分别报告冷 / 热 / 混合场景，T 为统一计时秒数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缓存命中吞吐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命中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token/min，表示缓存复用服务量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读实际 cached_tokens；缺失则标不可得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Decode 输出吞吐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实际输出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以实际返回 Token 计数，不能使用最大输出长度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辅助与资源指标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 / 输出总量、命中率、E2E 分位数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逐卡峰值显存、利用率、功率 / 网络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命中率＝命中输入 / 总输入；保留版本与卡数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F0C16569-A01B-4142-BFE7-DA951F7B9976}"/>
              </a:ext>
            </a:extLst>
          </p:cNvPr>
          <p:cNvSpPr>
            <a:spLocks noGrp="1"/>
          </p:cNvSpPr>
          <p:nvPr/>
        </p:nvSpPr>
        <p:spPr>
          <a:xfrm>
            <a:off x="590550" y="5562600"/>
            <a:ext cx="11010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口径：统一测量窗口及请求集合；报告成功请求吞吐，同时保留失败请求数量和资源消耗。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3DC379-2692-4757-85E9-D613F4F38F21}"/>
              </a:ext>
            </a:extLst>
          </p:cNvPr>
          <p:cNvSpPr>
            <a:spLocks noGrp="1"/>
          </p:cNvSpPr>
          <p:nvPr/>
        </p:nvSpPr>
        <p:spPr>
          <a:xfrm>
            <a:off x="590550" y="5934075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缓存命中吞吐不是重新计算的算力吞吐。混部测得的是服务吞吐，不能直接当作独立 P / D 集群产能。</a:t>
            </a:r>
          </a:p>
        </p:txBody>
      </p:sp>
    </p:spTree>
    <p:extLst>
      <p:ext uri="{BB962C8B-B14F-4D97-AF65-F5344CB8AC3E}">
        <p14:creationId xmlns:p14="http://schemas.microsoft.com/office/powerpoint/2010/main" val="992549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68830E54-9DEB-42EB-A13E-6AE29AE3C997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4BC037-2E24-41A4-8F37-81A61379CCD7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月收入测算：三类 Token 分开计价，再求和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C56691-83E8-46AB-A9AF-6D0A66180352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统一使用同一负载下整套服务的吞吐（token/min），单价取数值，单位为元 / 百万 Token。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65CB56-CF32-4E5E-95FD-6470AB8D8EEE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353581-CC26-44D2-8C85-0C45FE5F957D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A6B836-B73D-4AE2-88F3-9AA4FAFBB4F0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AE1CB7-24B2-48AA-ABB9-B302A5EB089A}"/>
              </a:ext>
            </a:extLst>
          </p:cNvPr>
          <p:cNvSpPr>
            <a:spLocks noGrp="1"/>
          </p:cNvSpPr>
          <p:nvPr/>
        </p:nvSpPr>
        <p:spPr>
          <a:xfrm>
            <a:off x="571500" y="1895475"/>
            <a:ext cx="110490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9C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73CE4F-4600-490F-9B67-CEA1B2879C41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10706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输出月收入＝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E578DD-5B16-4B3B-AD92-FF4015C643DE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10706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［整套服务输出吞吐 ×（30天 × 24小时/天 × 60分钟/小时）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C414A4-9047-42A8-A0C2-A74F5BB730D0}"/>
              </a:ext>
            </a:extLst>
          </p:cNvPr>
          <p:cNvSpPr>
            <a:spLocks noGrp="1"/>
          </p:cNvSpPr>
          <p:nvPr/>
        </p:nvSpPr>
        <p:spPr>
          <a:xfrm>
            <a:off x="742950" y="2466975"/>
            <a:ext cx="10706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输出单价］÷ 1,000,000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9D16D7-1809-49EC-A0FB-1624878CB2DD}"/>
              </a:ext>
            </a:extLst>
          </p:cNvPr>
          <p:cNvSpPr>
            <a:spLocks noGrp="1"/>
          </p:cNvSpPr>
          <p:nvPr/>
        </p:nvSpPr>
        <p:spPr>
          <a:xfrm>
            <a:off x="571500" y="2876550"/>
            <a:ext cx="11049000" cy="866775"/>
          </a:xfrm>
          <a:prstGeom prst="rect">
            <a:avLst/>
          </a:prstGeom>
          <a:solidFill>
            <a:srgbClr val="EEF5F6"/>
          </a:solidFill>
          <a:ln w="9525">
            <a:solidFill>
              <a:srgbClr val="008E9C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BDCC34-F817-4111-97F7-A58B01BCECE2}"/>
              </a:ext>
            </a:extLst>
          </p:cNvPr>
          <p:cNvSpPr>
            <a:spLocks noGrp="1"/>
          </p:cNvSpPr>
          <p:nvPr/>
        </p:nvSpPr>
        <p:spPr>
          <a:xfrm>
            <a:off x="742950" y="2924175"/>
            <a:ext cx="10706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未命中输入月收入＝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AE1942-0BFE-4AE9-A5A6-766C7F54E4C6}"/>
              </a:ext>
            </a:extLst>
          </p:cNvPr>
          <p:cNvSpPr>
            <a:spLocks noGrp="1"/>
          </p:cNvSpPr>
          <p:nvPr/>
        </p:nvSpPr>
        <p:spPr>
          <a:xfrm>
            <a:off x="742950" y="3190875"/>
            <a:ext cx="10706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［整套服务未命中输入吞吐 ×（30天 × 24小时/天 × 60分钟/小时）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72FA60-CC0A-4A2D-850F-6A184B369AF5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10706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未命中输入单价］÷ 1,000,000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A08634-6F51-4733-97A8-DD56D85F43D8}"/>
              </a:ext>
            </a:extLst>
          </p:cNvPr>
          <p:cNvSpPr>
            <a:spLocks noGrp="1"/>
          </p:cNvSpPr>
          <p:nvPr/>
        </p:nvSpPr>
        <p:spPr>
          <a:xfrm>
            <a:off x="571500" y="3857625"/>
            <a:ext cx="110490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9C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FFC95C-59A6-48C3-BE4B-2D4274821E25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10706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缓存命中输入月收入＝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9A4FB2-F880-4D1B-8EC7-8DF6B7A3C5DD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10706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［整套服务缓存命中输入吞吐 ×（30天 × 24小时/天 × 60分钟/小时）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03F74A-659D-4B08-B230-4BA893812AD6}"/>
              </a:ext>
            </a:extLst>
          </p:cNvPr>
          <p:cNvSpPr>
            <a:spLocks noGrp="1"/>
          </p:cNvSpPr>
          <p:nvPr/>
        </p:nvSpPr>
        <p:spPr>
          <a:xfrm>
            <a:off x="742950" y="4429125"/>
            <a:ext cx="10706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缓存命中输入单价］÷ 1,000,000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EA6CB8-4634-4B12-A0CC-A619C765DECB}"/>
              </a:ext>
            </a:extLst>
          </p:cNvPr>
          <p:cNvSpPr>
            <a:spLocks noGrp="1"/>
          </p:cNvSpPr>
          <p:nvPr/>
        </p:nvSpPr>
        <p:spPr>
          <a:xfrm>
            <a:off x="590550" y="4905375"/>
            <a:ext cx="11010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吞吐用 token/min；单价取数值（元 / 百万 Token）。整套服务吞吐已包含卡数，不再乘卡数。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C41665-47E7-4DAB-BBE4-6CBF310BBF98}"/>
              </a:ext>
            </a:extLst>
          </p:cNvPr>
          <p:cNvSpPr>
            <a:spLocks noGrp="1"/>
          </p:cNvSpPr>
          <p:nvPr/>
        </p:nvSpPr>
        <p:spPr>
          <a:xfrm>
            <a:off x="590550" y="5229225"/>
            <a:ext cx="1101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可计费产出比例：实际月度可计费用量，占按该压测速度持续运行30天的理论用量比例。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2B16239-83A2-4291-AD0A-4CFE8CBEB3BF}"/>
              </a:ext>
            </a:extLst>
          </p:cNvPr>
          <p:cNvSpPr>
            <a:spLocks noGrp="1"/>
          </p:cNvSpPr>
          <p:nvPr/>
        </p:nvSpPr>
        <p:spPr>
          <a:xfrm>
            <a:off x="571500" y="5600700"/>
            <a:ext cx="11049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9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18A858-72E6-43B7-BD99-E8FA30B2D235}"/>
              </a:ext>
            </a:extLst>
          </p:cNvPr>
          <p:cNvSpPr>
            <a:spLocks noGrp="1"/>
          </p:cNvSpPr>
          <p:nvPr/>
        </p:nvSpPr>
        <p:spPr>
          <a:xfrm>
            <a:off x="714375" y="5695950"/>
            <a:ext cx="1076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CN" altLang="en-US" b="1">
                <a:solidFill>
                  <a:srgbClr val="C00000"/>
                </a:solidFill>
                <a:latin typeface="Arial Unicode MS"/>
                <a:ea typeface="Arial Unicode MS"/>
                <a:cs typeface="Arial Unicode MS"/>
              </a:rPr>
              <a:t>总</a:t>
            </a:r>
            <a:r>
              <a:rPr sz="1800" b="1">
                <a:solidFill>
                  <a:srgbClr val="C00000"/>
                </a:solidFill>
                <a:latin typeface="Arial Unicode MS"/>
                <a:ea typeface="Arial Unicode MS"/>
                <a:cs typeface="Arial Unicode MS"/>
              </a:rPr>
              <a:t>月收入＝输出月收入＋未命中输入月收入＋缓存命中输入月收入</a:t>
            </a:r>
          </a:p>
        </p:txBody>
      </p:sp>
    </p:spTree>
    <p:extLst>
      <p:ext uri="{BB962C8B-B14F-4D97-AF65-F5344CB8AC3E}">
        <p14:creationId xmlns:p14="http://schemas.microsoft.com/office/powerpoint/2010/main" val="200232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6DB1FD9-1438-4591-8B9E-D76C92CE247B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1697B2-73B2-43B7-8CEF-F1B21489151F}"/>
              </a:ext>
            </a:extLst>
          </p:cNvPr>
          <p:cNvSpPr>
            <a:spLocks noGrp="1"/>
          </p:cNvSpPr>
          <p:nvPr/>
        </p:nvSpPr>
        <p:spPr>
          <a:xfrm>
            <a:off x="1238250" y="914400"/>
            <a:ext cx="10382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DeepSeek-V4.1-Flash：官方价格与收入算例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E63808-AA47-49C4-B77C-F9A9C4C21B35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1010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人民币 / 百万 Token，查询日期 2026-09-16。API 模型名：deepseek-flash。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69CFB5-7FAE-4184-B128-E1150EE0D123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6A0AE9-577F-4385-9AE0-1E33B14480D6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F1308F-C990-418F-BFE1-5B8D6D4FBEFB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923925"/>
            <a:ext cx="552450" cy="552450"/>
          </a:xfrm>
          <a:prstGeom prst="rect">
            <a:avLst/>
          </a:prstGeom>
        </p:spPr>
      </p:pic>
      <p:graphicFrame>
        <p:nvGraphicFramePr>
          <p:cNvPr id="27" name="表格 26"/>
          <p:cNvGraphicFramePr/>
          <p:nvPr/>
        </p:nvGraphicFramePr>
        <p:xfrm>
          <a:off x="571500" y="1905000"/>
          <a:ext cx="11049000" cy="981075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官方公开 API 单价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输入缓存命中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空闲时段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高峰时段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0.04元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03AECD2-6325-4412-888A-98F54E3CB76A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高峰：北京时间周一至周五 9:00–12:00、14:00–18:00；其余为空闲时段。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36E3A4-2B5A-41FA-B55D-F05AC8E98D35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110109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假设同一负载：输入600,000 token/min，90%命中；输出60,000 token/min，产出比例50%。</a:t>
            </a:r>
          </a:p>
        </p:txBody>
      </p:sp>
      <p:graphicFrame>
        <p:nvGraphicFramePr>
          <p:cNvPr id="30" name="表格 29"/>
          <p:cNvGraphicFramePr/>
          <p:nvPr/>
        </p:nvGraphicFramePr>
        <p:xfrm>
          <a:off x="571500" y="3752850"/>
          <a:ext cx="11049000" cy="134302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按空闲时段单价估值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月收入计算（元）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结果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1］÷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1,296.00元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缓存命中输入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［540,000 ×（30 × 24 × 60）× 50% × 0.02］÷ 1,000,000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233.28元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4］÷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5,184.00元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76B36C63-C471-4426-ADA7-E70D7C1EEF08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466725"/>
          </a:xfrm>
          <a:prstGeom prst="rect">
            <a:avLst/>
          </a:prstGeom>
          <a:solidFill>
            <a:srgbClr val="E6F3F4"/>
          </a:solidFill>
          <a:ln w="9525">
            <a:solidFill>
              <a:srgbClr val="008E9C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DA63F9-4DCC-494E-99B9-1B70D3DCA357}"/>
              </a:ext>
            </a:extLst>
          </p:cNvPr>
          <p:cNvSpPr>
            <a:spLocks noGrp="1"/>
          </p:cNvSpPr>
          <p:nvPr/>
        </p:nvSpPr>
        <p:spPr>
          <a:xfrm>
            <a:off x="714375" y="5334000"/>
            <a:ext cx="10763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00000"/>
                </a:solidFill>
                <a:latin typeface="Arial Unicode MS"/>
                <a:ea typeface="Arial Unicode MS"/>
                <a:cs typeface="Arial Unicode MS"/>
              </a:rPr>
              <a:t>月收入估值＝1,296.00＋233.28＋5,184.00＝6,713.28元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ABF863-549A-45E9-87B0-769F2E30AE07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110109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吞吐与产出比例均为假设，非设备实测。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EE7281-E278-466E-8AB0-3287213E780B}"/>
              </a:ext>
            </a:extLst>
          </p:cNvPr>
          <p:cNvSpPr>
            <a:spLocks noGrp="1"/>
          </p:cNvSpPr>
          <p:nvPr/>
        </p:nvSpPr>
        <p:spPr>
          <a:xfrm>
            <a:off x="590550" y="6076950"/>
            <a:ext cx="110109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CN" altLang="en-US" sz="12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此处统一按空闲价估值；实际跨时段须按各时段用量分别计价</a:t>
            </a: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33969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6B5563F-0D1F-424C-AA84-B75E3CFB8F40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C1C24D-C809-4BF3-9633-D342D0A7B078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78F9D7-2B1E-4FF6-9B48-23776F03E7AF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2FD27D-53E8-4F0D-B4B6-6EF2DB6CA7BD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688347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58DDEC0-90D3-4B9A-9D29-7357C887184A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E45743-0810-4528-910D-DAD9E8E8AFCB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FAD0AC-7A02-4CA0-A7DF-58842C0E64BD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637E3D-9BAA-4AF4-9FBC-0F45A84F571A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458387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6FB7811-04C7-47CB-BF9C-DAC116BF8942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C16697-5518-4592-A9D3-FF56D58CF811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1F8731-2702-4B90-8AA8-2844847CB745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B0BA45-9D38-4F64-8DF1-8A8DBE576950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46617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B2F042A-0928-4595-B0E3-3C6BEC7929E2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11049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E0227B-062D-46E1-B236-A70372D65369}"/>
              </a:ext>
            </a:extLst>
          </p:cNvPr>
          <p:cNvSpPr>
            <a:spLocks noGrp="1"/>
          </p:cNvSpPr>
          <p:nvPr/>
        </p:nvSpPr>
        <p:spPr>
          <a:xfrm>
            <a:off x="571500" y="6276975"/>
            <a:ext cx="11049000" cy="9525"/>
          </a:xfrm>
          <a:prstGeom prst="rect">
            <a:avLst/>
          </a:prstGeom>
          <a:solidFill>
            <a:srgbClr val="D4E0E6"/>
          </a:solidFill>
          <a:ln w="9525">
            <a:solidFill>
              <a:srgbClr val="D4E0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C46249-38EF-4562-9872-4E1D4B55E009}"/>
              </a:ext>
            </a:extLst>
          </p:cNvPr>
          <p:cNvSpPr>
            <a:spLocks noGrp="1"/>
          </p:cNvSpPr>
          <p:nvPr/>
        </p:nvSpPr>
        <p:spPr>
          <a:xfrm>
            <a:off x="571500" y="64198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B99EB1-394E-4C63-B98B-BD148FDCA91E}"/>
              </a:ext>
            </a:extLst>
          </p:cNvPr>
          <p:cNvSpPr>
            <a:spLocks noGrp="1"/>
          </p:cNvSpPr>
          <p:nvPr/>
        </p:nvSpPr>
        <p:spPr>
          <a:xfrm>
            <a:off x="10525125" y="6419850"/>
            <a:ext cx="1095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6851189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2335</Words>
  <Application>Microsoft Macintosh PowerPoint</Application>
  <DocSecurity>0</DocSecurity>
  <PresentationFormat>宽屏</PresentationFormat>
  <Paragraphs>551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 Unicode MS</vt:lpstr>
      <vt:lpstr>Calibri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2</cp:revision>
  <dcterms:created xsi:type="dcterms:W3CDTF">2026-09-16T10:32:03Z</dcterms:created>
  <dcterms:modified xsi:type="dcterms:W3CDTF">2026-09-16T11:58:57Z</dcterms:modified>
</cp:coreProperties>
</file>