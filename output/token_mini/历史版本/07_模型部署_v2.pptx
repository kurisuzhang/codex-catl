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51d2cb04c416f" /><Relationship Type="http://schemas.openxmlformats.org/officeDocument/2006/relationships/extended-properties" Target="/docProps/app.xml" Id="Rbdfc308f4acd407d" /><Relationship Type="http://schemas.openxmlformats.org/officeDocument/2006/relationships/officeDocument" Target="/ppt/presentation.xml" Id="Rd16b8cfd21494a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2574fc424246a3"/>
  </p:sldMasterIdLst>
  <p:notesMasterIdLst>
    <p:notesMasterId xmlns:r="http://schemas.openxmlformats.org/officeDocument/2006/relationships" r:id="Rdda14d8ee40e4049"/>
  </p:notesMasterIdLst>
  <p:sldIdLst>
    <p:sldId xmlns:r="http://schemas.openxmlformats.org/officeDocument/2006/relationships" id="256" r:id="Rf8b4b2c886ab4d2f"/>
    <p:sldId xmlns:r="http://schemas.openxmlformats.org/officeDocument/2006/relationships" id="257" r:id="R4dc9b14039c6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6e7f049f7464d" /><Relationship Type="http://schemas.openxmlformats.org/officeDocument/2006/relationships/slideMaster" Target="/ppt/slideMasters/slideMaster1.xml" Id="R1e2574fc424246a3" /><Relationship Type="http://schemas.openxmlformats.org/officeDocument/2006/relationships/notesMaster" Target="/ppt/notesMasters/notesMaster1.xml" Id="Rdda14d8ee40e4049" /><Relationship Type="http://schemas.openxmlformats.org/officeDocument/2006/relationships/presProps" Target="/ppt/presProps.xml" Id="R869b24e974c34c29" /><Relationship Type="http://schemas.openxmlformats.org/officeDocument/2006/relationships/tableStyles" Target="/ppt/tableStyles.xml" Id="Rde1975478f0246c4" /><Relationship Type="http://schemas.openxmlformats.org/officeDocument/2006/relationships/slide" Target="/ppt/slides/slide1.xml" Id="Rf8b4b2c886ab4d2f" /><Relationship Type="http://schemas.openxmlformats.org/officeDocument/2006/relationships/slide" Target="/ppt/slides/slide2.xml" Id="R4dc9b14039c6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f01d40c0941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7df8e98784d66" /><Relationship Type="http://schemas.openxmlformats.org/officeDocument/2006/relationships/notesMaster" Target="/ppt/notesMasters/notesMaster1.xml" Id="Rb884f99baf0348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00b656a00b44d8" /><Relationship Type="http://schemas.openxmlformats.org/officeDocument/2006/relationships/notesMaster" Target="/ppt/notesMasters/notesMaster1.xml" Id="Rd17f60632ae0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尖括号参数均需替换；这是操作流程，不是已经执行的部署。HF与ModelScope仓库ID和revision分别确认，不能假设两个平台版本号一致。受限仓库按许可申请访问，凭据注入下载环境，不写进镜像或PPT。下载工具安装到独立环境并记录版本。磁盘预留下载缓存、量化中间文件和镜像空间。校验索引引用的所有文件，不能只检查文件数量；如使用GGUF分片必须齐全，多模态补齐投影文件。量化权重来源与转换工具记录在清单。910B需确认具体卡型与固件，不能用A3镜像替代A2。容器设备、驱动库挂载和共享内存按对应官方配套命令配置，不提供适用于所有设备的统一docker参数。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https://huggingface.co/docs/huggingface_hub/en/guides/cli</a:t>
            </a:r>
          </a:p>
          <a:p xmlns:a="http://schemas.openxmlformats.org/drawingml/2006/main">
            <a:r>
              <a:t>https://github.com/modelscope/modelscope/blob/master/docs/source/command.md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>https://github.com/ggml-org/llama.cpp/blob/master/tools/server/README.md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>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示例启动参数是低负载起点，不代表已验证服务规格。llama.cpp必须采用支持Qwen3.5 GGUF结构与T4 CUDA的构建；-ngl 99尝试卸载模型层到GPU，不保证整个模型都装下，应观察日志；上下文4096为示例。视觉输入另配投影模型。910B按A2专用配方冻结模型/引擎/插件版本，不强行通用vllm命令。模型首次加载可能较慢，健康检查要等待就绪后执行。多机并行不是强制步骤，单卡/单机通过后只对选定双机模型执行；尚未有当前双机证据的GLM5.3/DeepSeekV4.1需要先做专项验证。平台接口未知，MASS的菜单/API/计量字段需按实际文档映射，本页给出接入输入和验收标准，未虚构平台命令。YOLO和Wan是独立任务服务，不套文本聊天端点和token指标。正式流量入口应由网关鉴权访问控制，内部服务绑定0.0.0.0不代表对公网开放。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https://huggingface.co/docs/huggingface_hub/en/guides/cli</a:t>
            </a:r>
          </a:p>
          <a:p xmlns:a="http://schemas.openxmlformats.org/drawingml/2006/main">
            <a:r>
              <a:t>https://github.com/modelscope/modelscope/blob/master/docs/source/command.md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>https://github.com/ggml-org/llama.cpp/blob/master/tools/server/README.md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>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207d1ab63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730f65ad74c30" /><Relationship Type="http://schemas.openxmlformats.org/officeDocument/2006/relationships/slideLayout" Target="/ppt/slideLayouts/slideLayout1.xml" Id="R8cdc8904be66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c8904be66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4550ac3ec4e2e" /><Relationship Type="http://schemas.openxmlformats.org/officeDocument/2006/relationships/notesSlide" Target="/ppt/notesSlides/notesSlide1.xml" Id="Ra597106bc973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35a33cbdd41d9" /><Relationship Type="http://schemas.openxmlformats.org/officeDocument/2006/relationships/notesSlide" Target="/ppt/notesSlides/notesSlide2.xml" Id="Ra26b438a22c548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16B3C-2487-485F-927C-345A69D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04DE4-27CF-4571-A0F9-4BB21E41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部署流程 ①：下载模型，准备可复现的运行环境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E3444-EA87-406E-BB09-B24668F9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主线示例：910B 部署 Qwen3.8-27B；T4 部署 Qwen3.5-9B GGUF 量化版。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5CC8B-1F6A-466F-882C-F689B2E3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F0BD5-78C7-4510-8A29-146AFC28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19545-533B-40A9-AC03-0609ABD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10a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EFC6B-FB9C-4D0D-83CF-3EE2A7D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B5F24-0B89-4934-9496-E504E06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确定部署规格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06E70-8037-4284-B890-256833D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8595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记录仓库 ID、固定 revision、精度、引擎版本、卡数、上下文和并发。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核验模型许可 / 访问授权，确认单卡显存、CPU 架构和可用磁盘空间。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D9A9E-B121-4389-BA51-5F525CAF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CEEA5-7980-4977-99FE-DA850093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准备节点与目录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03D55-1D4D-4B28-9736-3200459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 OS、时间同步、DNS、节点 IP、端口和挂载权限，准备模型 / 日志目录。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安装配套驱动与固件，用 npu-smi info / nvidia-smi 确认设备数量与健康。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86DD-8C5E-4EDA-94F6-7DD9345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C7937-BB37-4577-9BA2-4A1889B4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下载完整模型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CB171-F182-48F0-AD9F-4B70DCF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HF：hf download &lt;仓库&gt; --revision &lt;版本&gt; --local-dir &lt;目录&gt;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ModelScope：modelscope download --model &lt;仓库&gt; --revision &lt;版本&gt; --local_dir &lt;目录&gt;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140A4-4EF6-4259-A150-1D8BE5BC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B5133-AF3F-43AB-9C3E-6C034B6D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核验文件与权重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D9CBE-F394-4205-A813-717940A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检查全部权重分片、索引、config、tokenizer、chat template；视觉模型补齐组件。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对照来源校验文件，记录 SHA256。量化格式须匹配引擎，转换后重新验证质量。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BD0FB-6494-4C2A-80BC-E93DBAEC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837C6-072F-4C8E-91D8-D144D754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分发权重与镜像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69323-6370-47CB-96B3-F183F9B1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5295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将同一版本权重复制到各节点相同路径，或挂载共享存储，再核对文件清单。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拉取匹配 CPU 架构、驱动和引擎的镜像并记录 digest；禁止随意混装 latest。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7383D-9B63-4D03-A1B2-7E8C94D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AF952-972F-45E2-95D4-C37F218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启动容器并验设备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F226F-B7BE-47BD-B8C2-622B18C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只读挂载权重，挂载日志 / 缓存目录，配置设备透传、共享内存与服务端口。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使用 CANN / Ascend 镜像；T4 使用 CUDA 镜像，容器内再次确认卡可见。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562A8-8408-4569-8FCE-C45C4C20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本页完成标准：权重完整且版本一致，镜像可复现，容器内设备可用。</a:t>
            </a:r>
          </a:p>
        </p:txBody>
      </p:sp>
    </p:spTree>
    <p:extLst>
      <p:ext uri="{BB962C8B-B14F-4D97-AF65-F5344CB8AC3E}">
        <p14:creationId xmlns:p14="http://schemas.microsoft.com/office/powerpoint/2010/main" val="1781197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5C892-FFAD-4030-A67C-FD10942C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514AF-C3D7-4D94-832F-2299461A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部署流程 ②：启动推理，验证服务，接入 MASS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53447-CBAB-4008-8E70-53F3A85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先在单机低负载下跑通，再扩展双机 / 多副本；每一步保留日志和验收结果。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B79E8-8808-4CF8-805D-2D0FA0E1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54AE3-04F6-444D-824B-E0E86C6E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1B762-7BF8-4D59-808A-44A4EBA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10b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96DFC-6FD4-461F-B9B3-56A28CF8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79B54-4F14-4F49-B1FB-58AB21D8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单机启动推理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39B7-8738-4DDF-9CE6-8E6E71C2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8595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910B：按 Qwen3.8-27B 的 A2 指南启动 vllm serve，设置模型路径和并行度。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T4：llama-server -m &lt;GGUF&gt; -ngl 99 -c 4096 --host 0.0.0.0 --port 8000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BB9D9-E3F5-4054-A012-25D8CA8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107E4-2B40-4108-9F70-F0A76CF6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检查首次推理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DE2F1-0ECD-40E1-8CD0-DCAFC9C8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查看加载 / 算子编译日志与逐卡显存；检查 /health、/v1/models。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调用 /v1/chat/completions，验证非空回答、流式输出、停止条件和模型名称。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7ACC3-E739-49AE-9777-E612599A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EE799-5458-4519-AD5D-63EA56E5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扩展双机或副本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EC600-195D-4C1A-8F45-26D42854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双机先跑 HCCL / RoCE 通信测试，再配置节点 IP、rank、TP / DP / EP 和端口。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两机权重 / 镜像一致，按指南先主节点后工作节点；T4 优先扩单卡服务副本。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6DFB8-F042-4B7E-B0F4-2851DBBC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3B4DB-A7B4-4C42-B5D7-5B6F777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质量与负载验收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F3709-F19C-4406-8C3C-F01576A9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固定题集对照基线，逐步增加输入长度、输出长度、并发，检查错误与显存峰值。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 TTFT、TPOT、吞吐和持续运行表现；YOLO / Wan 另验任务质量与耗时。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62F19-13B9-463C-BBE0-BEC4293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1312D-E5AF-4640-84B6-AE39E81A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接入平台与访问控制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27271-55A0-41EA-A66A-121CCFC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5295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配置服务地址、模型名、鉴权、超时、限流、路由和健康检查，接入 MASS。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用平台 API Key 端到端调用，核对流式响应、用量统计、失败请求及计费口径。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5A2D3-848C-4C7D-9210-F761D02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9F56A-6686-4F68-B246-BEF52131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发布与故障恢复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6CA19-B1FD-4681-8380-9A7587ED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778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按平台要求纳入 K8s 或进程托管，配置资源申请、探针、日志、指标和告警。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小流量发布，演练重启 / 下线 / 旧版本回退，归档启动脚本、配置和测试记录。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062C4-69E0-4FE5-86A2-7085E03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交付物：模型与镜像清单、启动配置、测试报告、平台调用记录、回退方案。</a:t>
            </a:r>
          </a:p>
        </p:txBody>
      </p:sp>
    </p:spTree>
    <p:extLst>
      <p:ext uri="{BB962C8B-B14F-4D97-AF65-F5344CB8AC3E}">
        <p14:creationId xmlns:p14="http://schemas.microsoft.com/office/powerpoint/2010/main" val="1591477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2026-09-16T07:45:33.4310000Z</dcterms:created>
  <dcterms:modified xsi:type="dcterms:W3CDTF">2026-09-16T07:45:33.4310000Z</dcterms:modified>
</coreProperties>
</file>