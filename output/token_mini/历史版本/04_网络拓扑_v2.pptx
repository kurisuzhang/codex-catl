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9066b6dbb40f6" /><Relationship Type="http://schemas.openxmlformats.org/officeDocument/2006/relationships/extended-properties" Target="/docProps/app.xml" Id="R833f2ccd10af4f65" /><Relationship Type="http://schemas.openxmlformats.org/officeDocument/2006/relationships/officeDocument" Target="/ppt/presentation.xml" Id="R0b3b7119c2374b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dc181646c4dda"/>
  </p:sldMasterIdLst>
  <p:notesMasterIdLst>
    <p:notesMasterId xmlns:r="http://schemas.openxmlformats.org/officeDocument/2006/relationships" r:id="R11dc3450af994d3a"/>
  </p:notesMasterIdLst>
  <p:sldIdLst>
    <p:sldId xmlns:r="http://schemas.openxmlformats.org/officeDocument/2006/relationships" id="256" r:id="R6aec260f64f240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901ae593740bc" /><Relationship Type="http://schemas.openxmlformats.org/officeDocument/2006/relationships/slideMaster" Target="/ppt/slideMasters/slideMaster1.xml" Id="R522dc181646c4dda" /><Relationship Type="http://schemas.openxmlformats.org/officeDocument/2006/relationships/notesMaster" Target="/ppt/notesMasters/notesMaster1.xml" Id="R11dc3450af994d3a" /><Relationship Type="http://schemas.openxmlformats.org/officeDocument/2006/relationships/presProps" Target="/ppt/presProps.xml" Id="R3508061375844c74" /><Relationship Type="http://schemas.openxmlformats.org/officeDocument/2006/relationships/tableStyles" Target="/ppt/tableStyles.xml" Id="R4bfdec3d26874785" /><Relationship Type="http://schemas.openxmlformats.org/officeDocument/2006/relationships/slide" Target="/ppt/slides/slide1.xml" Id="R6aec260f64f240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702fd90cc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2a3cf3ac74451" /><Relationship Type="http://schemas.openxmlformats.org/officeDocument/2006/relationships/notesMaster" Target="/ppt/notesMasters/notesMaster1.xml" Id="Ra216cff3303b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用横向汇总线表示同类节点的独立接入关系，横线不表示总线介质或设备串联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、核心及接入交换设备为逻辑职责，复用及采购数量待核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dd465843042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11345480124b23" /><Relationship Type="http://schemas.openxmlformats.org/officeDocument/2006/relationships/slideLayout" Target="/ppt/slideLayouts/slideLayout1.xml" Id="Rcd71f2bb10714e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1f2bb10714e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657e16bfc44a9" /><Relationship Type="http://schemas.openxmlformats.org/officeDocument/2006/relationships/notesSlide" Target="/ppt/notesSlides/notesSlide1.xml" Id="Ra9692fc373d1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5037E28-822C-4406-812C-D7CC8008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EF41A-A612-4CE7-8DF9-B946359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AED32-5245-4FD3-9FE4-62F89B6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FC43D-641D-47AC-A932-A956662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79918-3A0B-41E0-B9E6-331148A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AAB48-1339-4E7A-B12A-DA4ED0F2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BA48F-A1FF-4E92-B8B1-5EEDAE2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8C391-71B0-4C34-8812-DA234D9A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8BF77-80AF-45F1-99DF-4E43087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6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6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9567F-5E8D-4425-A8D7-66363B1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F4EF8-9442-4ED3-B775-515E8130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63773-6AF7-4FD7-81C7-0CE02AF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66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67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1FE09-A8C4-4EBD-A76D-4BBEEB8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6FCE9-FAFA-404C-8685-DF3988A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F09A6-54D6-4BB7-AEDD-D742A435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76650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31252-E0E1-4761-8C61-805038CF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766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96DD0-F47C-46CC-A915-0CF209F9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C71B2-2C01-4D52-BC2C-47D5CD2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D1ED3-A6CF-4497-B27E-3D7FEFE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6A62C-8CC0-4231-94E5-756B2F2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C47E7-4F10-4BB9-AB2F-740BCFD0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56E96-4983-45BF-A444-E17F30F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EA04A-B80B-4C1F-AE37-B3B4A3AD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0F7C2-10E7-4597-94F0-2FDF417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C20FB-7D52-41BA-8372-5958EFDD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97079-2B1D-40B6-A336-1A380DE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3DA18-5489-4943-BC54-3A36C5B8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07B4A-F56A-4138-9EF0-99A8064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83187-48B6-442D-A75C-0DD26B6A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89D2D-CCAC-4F13-BC14-8F3025E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EFBF5-E0BD-43B7-9A08-C1D08DE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4C692-84E5-494C-8294-97398680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11F638-50C6-46E2-B267-6D79C8B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BA0203-FAD2-45BF-954D-CC6FB79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498538-CB1A-467E-953E-44F6E3A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7B4F01-B7C8-4C64-94BE-96E538BB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D963B3-7438-4449-A954-F370227F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B7A996-9415-4124-B204-6A68298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D725C4-B992-4973-B238-D257092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7100D2-4023-49E5-98E2-64B0500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8DBC91-0EB0-4E20-B93E-1EDF2AA6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4C14B0-CA03-4380-8B0C-F1170F42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D157BD-A6ED-4383-8FF1-D8CA69E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AB2812-1BF5-4FA3-B62A-ECA0273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5182BA-6B03-41E7-BD80-AEAB41F7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0F97E3-B731-4398-B4DE-C4C01FD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FA2939-7322-499D-BD47-3F645D0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B84A41-22A3-4B0B-9E12-4FB0F706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A93A20-95C8-4E37-91CA-7B9C7F3C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BFD353-F9A2-438B-8D59-341E9FB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3C48E7-8106-48C6-988A-96FC17BE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3CADC6-C5B2-41FB-A918-087A4E4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4F663C-8721-446F-B60C-C06775F0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9D6F5-6AA7-484B-BE5A-64176DD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9EED5E-A939-4649-8414-25487C8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23AB9A-344C-4ADE-B7F6-F9ABB80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6FE58A-30F2-404D-B175-1DF9ACD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74E3B6-8DED-49EB-A9FA-EA414D36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C839B3-C2A9-4F1C-83EC-386FC00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4D1D5D-3AD6-43D9-B184-1CAE5176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EE0093-1FB0-4AB4-8061-2C82313F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CF7688-FD6F-4082-BA4D-EB3D398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2591FF-86D8-4372-948A-64CE757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63A685-33D1-4516-842A-E1801E06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32CA22-D0B3-4CF3-B7B5-5F18C54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D68B9B-DDBB-4A5A-8EDA-548C63B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EADAA1-82E7-4EE8-B5C8-E5E4A61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9D1953-3A7D-4F4D-B896-6AD7A6E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45E8C6-BD5F-4759-957A-E71BDEDC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DC18F8-815A-4AF7-945C-58119687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CBF7A0-4012-4169-87F5-D43A222C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7F6DA8-A6FA-4FC7-85F5-EFE29562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930264-2CC4-430C-AE26-2ED67AE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992299-57FF-4F26-89F5-7F67BAEB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802BA2-A4B2-4C61-A266-E4659D4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83E9E1-76CF-429F-9A59-FC1322A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4975C7-402F-4A06-88B0-71A9F46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47E181-42F5-4FA6-8F61-7B333BE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1CECB3-9F91-47AB-A950-F475E9E7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6E21B7-C774-47F0-8F99-F36FE05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C6F341-DAC2-4E0F-909B-129B96E2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06E4A85-E50B-4B95-9FDA-A6E1E79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342099-26EB-4C7F-9D1E-8C63995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526780-EB0C-4F8E-86A6-8C0F940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257879-045E-48CF-8349-C5189263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7ADDC5-0AB2-424D-BD11-CC92190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4A6DB1-F230-43F5-917D-16A3D20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932C75-5729-44B6-BA3E-837AEB7C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A71159-EBA4-4759-BD0E-589DE567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2CF7E43-CBE0-43FD-9121-EC794AA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7A27DE-50D2-40E3-9FFC-A652EE47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55772B-B620-4C19-AFE2-298AE03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0D3A8C-3BF5-46AE-A186-AE2A317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66BE4D-0908-444C-AB9D-33D26DF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11EE80-A4DB-4BA2-B9A8-06B33834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763176-AE39-4980-B41B-9934ACB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2977D0-9E1E-471C-9509-BB398C5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0A31793-8A20-4BCC-B417-7DA028B7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51B636-0C5E-4211-870F-9725F39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428D63-F628-4429-8193-EB8F30F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004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919959-B45B-4E42-BF4E-DB0B0FC4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719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20D2ED-E01B-4099-9C80-D6550C3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94C411-8DA3-4566-B806-A80BB5AD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BFF3D8-5C38-4928-A7EF-F7A46319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60" name=""/>
          <p:cNvCxnSpPr>
            <a:stCxn xmlns:a="http://schemas.openxmlformats.org/drawingml/2006/main" id="56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B03D76-405E-4D1B-BCB4-F13A94C4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62" name=""/>
          <p:cNvCxnSpPr>
            <a:stCxn xmlns:a="http://schemas.openxmlformats.org/drawingml/2006/main" id="57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7AD48DB-97D3-43C1-8E58-82C33CA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64" name=""/>
          <p:cNvCxnSpPr>
            <a:stCxn xmlns:a="http://schemas.openxmlformats.org/drawingml/2006/main" id="58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05AE042-D67B-4858-B3F7-96CEFFE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66" name=""/>
          <p:cNvCxnSpPr>
            <a:stCxn xmlns:a="http://schemas.openxmlformats.org/drawingml/2006/main" id="59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28FC99-35EC-4A9D-9940-B324DF5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68" name=""/>
          <p:cNvCxnSpPr>
            <a:stCxn xmlns:a="http://schemas.openxmlformats.org/drawingml/2006/main" id="60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2D1A261-1D6F-4BB9-A6F9-6660B5F8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70" name=""/>
          <p:cNvCxnSpPr>
            <a:stCxn xmlns:a="http://schemas.openxmlformats.org/drawingml/2006/main" id="61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E33786A-608C-4694-9116-1815E1E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72" name=""/>
          <p:cNvCxnSpPr>
            <a:stCxn xmlns:a="http://schemas.openxmlformats.org/drawingml/2006/main" id="62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2F417CF-48C6-4240-9FB3-6E33041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74" name=""/>
          <p:cNvCxnSpPr>
            <a:stCxn xmlns:a="http://schemas.openxmlformats.org/drawingml/2006/main" id="63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2ECB97-5C94-428A-B38D-36C51D0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76" name=""/>
          <p:cNvCxnSpPr>
            <a:stCxn xmlns:a="http://schemas.openxmlformats.org/drawingml/2006/main" id="84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893DB82-3B89-4BE1-9FB9-2AC7C45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78" name=""/>
          <p:cNvCxnSpPr>
            <a:stCxn xmlns:a="http://schemas.openxmlformats.org/drawingml/2006/main" id="85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1A4829D-000C-4961-BE4B-8D3700D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80" name=""/>
          <p:cNvCxnSpPr>
            <a:stCxn xmlns:a="http://schemas.openxmlformats.org/drawingml/2006/main" id="86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33019B4-732E-49DD-AF3D-A865EBBF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82" name=""/>
          <p:cNvCxnSpPr>
            <a:stCxn xmlns:a="http://schemas.openxmlformats.org/drawingml/2006/main" id="87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00FEEED-AA48-4DE5-B731-C14168AC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84" name=""/>
          <p:cNvCxnSpPr>
            <a:stCxn xmlns:a="http://schemas.openxmlformats.org/drawingml/2006/main" id="88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90C24B9-BC3F-4F3B-ACEF-E038E4E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86" name=""/>
          <p:cNvCxnSpPr>
            <a:stCxn xmlns:a="http://schemas.openxmlformats.org/drawingml/2006/main" id="89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3560C18-E5D1-4B42-B88A-65F95B7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88" name=""/>
          <p:cNvCxnSpPr>
            <a:stCxn xmlns:a="http://schemas.openxmlformats.org/drawingml/2006/main" id="90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D26FD57-14EA-4F42-8219-B94FB607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90" name=""/>
          <p:cNvCxnSpPr>
            <a:stCxn xmlns:a="http://schemas.openxmlformats.org/drawingml/2006/main" id="91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E07194F-3012-4931-A1E3-5458AC76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74D9589-5808-42B2-8D16-B0470556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共享存储 / 对象存储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存储网（可选）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168A6B2-F3BA-457F-A9D5-95D9E23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964F9A3-BF72-491A-8EFC-977A2F3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76850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5CF66DE-D253-4514-A8C9-B7F0AA5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A16D8EA-38A2-49CE-BBC8-3FE46B0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00650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4B12711-03C5-487F-8E86-D9BB32D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0F3CFB4-1602-40E1-9554-C7B82F79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00650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5C5FB15-0C8E-46E4-8015-5D027AE6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BD09232-684F-4F18-83AC-9B3F3D5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200650"/>
            <a:ext cx="142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FF24BF7-808F-4ADE-87A2-BF63689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rPr>
              <a:t>存储网覆盖 A / B / C 三柜节点（按机柜合并示意）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1E8D20-2736-4395-A7F3-CC6BB3A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/ 存储接入线按逻辑汇总；RoCE 保留 16 条物理链路。交换设备数量、速率及冗余另行核定。</a:t>
            </a:r>
          </a:p>
        </p:txBody>
      </p:sp>
    </p:spTree>
    <p:extLst>
      <p:ext uri="{BB962C8B-B14F-4D97-AF65-F5344CB8AC3E}">
        <p14:creationId xmlns:p14="http://schemas.microsoft.com/office/powerpoint/2010/main" val="738103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2026-09-16T06:21:12.6240000Z</dcterms:created>
  <dcterms:modified xsi:type="dcterms:W3CDTF">2026-09-16T06:21:12.6240000Z</dcterms:modified>
</coreProperties>
</file>