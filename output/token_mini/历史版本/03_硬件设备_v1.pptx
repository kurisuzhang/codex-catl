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15b7152e645f9" /><Relationship Type="http://schemas.openxmlformats.org/officeDocument/2006/relationships/extended-properties" Target="/docProps/app.xml" Id="R1c8ac7f3556d4ab5" /><Relationship Type="http://schemas.openxmlformats.org/officeDocument/2006/relationships/officeDocument" Target="/ppt/presentation.xml" Id="Re3f2302e49344a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3b52e9fb54477"/>
  </p:sldMasterIdLst>
  <p:notesMasterIdLst>
    <p:notesMasterId xmlns:r="http://schemas.openxmlformats.org/officeDocument/2006/relationships" r:id="R105d7eae1871493d"/>
  </p:notesMasterIdLst>
  <p:sldIdLst>
    <p:sldId xmlns:r="http://schemas.openxmlformats.org/officeDocument/2006/relationships" id="258" r:id="Red91e0febefb4b75"/>
    <p:sldId xmlns:r="http://schemas.openxmlformats.org/officeDocument/2006/relationships" id="259" r:id="R9c9186cc7a5841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73360d69ae423a" /><Relationship Type="http://schemas.openxmlformats.org/officeDocument/2006/relationships/slideMaster" Target="/ppt/slideMasters/slideMaster1.xml" Id="Rd7a3b52e9fb54477" /><Relationship Type="http://schemas.openxmlformats.org/officeDocument/2006/relationships/notesMaster" Target="/ppt/notesMasters/notesMaster1.xml" Id="R105d7eae1871493d" /><Relationship Type="http://schemas.openxmlformats.org/officeDocument/2006/relationships/presProps" Target="/ppt/presProps.xml" Id="Re4a6be5e860e41f6" /><Relationship Type="http://schemas.openxmlformats.org/officeDocument/2006/relationships/tableStyles" Target="/ppt/tableStyles.xml" Id="R2b725e6074ad4c77" /><Relationship Type="http://schemas.openxmlformats.org/officeDocument/2006/relationships/slide" Target="/ppt/slides/slide1.xml" Id="Red91e0febefb4b75" /><Relationship Type="http://schemas.openxmlformats.org/officeDocument/2006/relationships/slide" Target="/ppt/slides/slide2.xml" Id="R9c9186cc7a5841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50a3d28bb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8fb4b7fb704216" /><Relationship Type="http://schemas.openxmlformats.org/officeDocument/2006/relationships/notesMaster" Target="/ppt/notesMasters/notesMaster1.xml" Id="R92376ee573f64c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4be3d56c4e4356" /><Relationship Type="http://schemas.openxmlformats.org/officeDocument/2006/relationships/notesMaster" Target="/ppt/notesMasters/notesMaster1.xml" Id="R6e77e8a03b4446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柜图为资源布置示意，不代表U位尺寸。通算服务器仅列配置类别，不画进两新柜。910B整机单台超过5kW为用户输入，因此两台不可装入同一10kW机柜。卡数计算2×8=16，6×8=48。T4多卡显存不是天然连续显存。RoCE交换机拟放A柜，图上不占服务器槽，功率另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t4: https://www.nvidia.cn/content/dam/en-zz/Solutions/Data-Center/tesla-t4/t4-tensor-core-datasheet.pdf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均为相应整机/设备的设计负载峰值，不能用GPU板卡功耗代替整机，不能将冗余PSU铭牌额定值简单相加。P机柜可用由机房在回路、PDU、故障供电及制冷条件下确认，不自动等于标称10kW。A柜网络负载含RoCE交换机，B柜按实际驻留设备计。覆盖14台整机及网络设备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13ba90d55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7a4d9626114bdf" /><Relationship Type="http://schemas.openxmlformats.org/officeDocument/2006/relationships/slideLayout" Target="/ppt/slideLayouts/slideLayout1.xml" Id="Ra7f0cc97a0e54e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0cc97a0e5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0668144ce478a" /><Relationship Type="http://schemas.openxmlformats.org/officeDocument/2006/relationships/notesSlide" Target="/ppt/notesSlides/notesSlide1.xml" Id="Re714da16324841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d50241e8743b7" /><Relationship Type="http://schemas.openxmlformats.org/officeDocument/2006/relationships/notesSlide" Target="/ppt/notesSlides/notesSlide2.xml" Id="R5d2dbc81da9f41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27FDE3-0FE9-4D3A-A1F2-CB52A9EC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FFEF0-F0A3-4E37-AD86-689A0E16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双机柜资源配置：910B 分柜，T4 均衡布置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8A2C4-F00C-46E5-8E36-F3DF0DC2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已确认 14 台服务器：16 张 910B NPU、48 张 T4 GPU及 6 台通算服务器。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5DB78-E342-47C1-8342-4209B4A2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E12B2-1440-4ED4-BAB9-E4AF9247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342FE-5559-48C3-ABD1-9473FCA9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4A050-B678-4ED2-A786-0761237E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247900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9C3DF-CD39-48CB-B672-3334FB3F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A  /  10 kW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419D5-387C-4AEC-B80E-D63E4ECE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9431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服务器 ×1</a:t>
            </a:r>
          </a:p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D0924-D246-49AC-9976-41F2036E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18761-C7F4-4D54-A965-123CFAFB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81D15-88BC-44FE-84D9-46D4E9E1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08CBF-180F-4136-9572-870812F1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09775"/>
            <a:ext cx="2247900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93607-9913-47B5-BC67-E7CBCEBA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95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B  /  10 kW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E7CBA-0D82-4A50-AB49-E05B3D53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38425"/>
            <a:ext cx="19431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服务器 ×1</a:t>
            </a:r>
          </a:p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66BB9-0C05-49E3-9E36-6CD46F9D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4330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CF1AB-2825-49E4-9F59-C90646D1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10025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35F16-0C16-409D-8EEE-096E4A18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5762625" y="2009775"/>
          <a:ext xmlns:a="http://schemas.openxmlformats.org/drawingml/2006/main" cx="5848350" cy="3457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0386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数量与核心配置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昇腾 910B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台 × 8 张 NPU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子型号与显存待盘点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T4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台 × 8 张 GPU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单卡 16GB GDDR6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通算服务器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台，已有机柜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/ 内存 / 系统盘 / 数据盘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与光链路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台交换机，16 条链路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 个 200GE 光模块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B2C70-9B93-498A-80BD-07053775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每柜 1 台 910B＋3 台八卡 T4 为拟议装载，须通过整机功率和安装核验。</a:t>
            </a:r>
          </a:p>
        </p:txBody>
      </p:sp>
    </p:spTree>
    <p:extLst>
      <p:ext uri="{BB962C8B-B14F-4D97-AF65-F5344CB8AC3E}">
        <p14:creationId xmlns:p14="http://schemas.microsoft.com/office/powerpoint/2010/main" val="513096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1012E-78BB-4A5A-84B4-7E34FC91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A0AE0-A137-4CFD-A8BE-9F33A263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功率与配套：逐柜整机峰值决定混装容量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EA7F2-9B2B-4696-9FCD-6FD8FE5D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 kW 是机柜容量等级。八卡 T4 的 CPU、风扇和电源损耗都要纳入。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99A66-2B46-4009-B1B8-888A107A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45283-B265-463E-9C28-3A1446F7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AF533-2B32-48E8-BECE-19D9D630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9C521-5AD6-4964-B993-28CA266E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P910B + 3 × PT4 + P网络 + P预留 ≤ P机柜可用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5743575"/>
                <a:gridCol w="3495675"/>
              </a:tblGrid>
              <a:tr h="457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配套类别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上线前必备项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核验重点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整机与存储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机箱、主板、CPU、内存、风扇、冗余电源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系统盘、模型/日志盘、按需磁盘控制器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八卡槽位、PCIe / Riser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峰值功耗与散热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网络与光纤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业务网卡、BMC 口、业务/管理交换机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交换机、32 个光模块、16 组光纤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端口、上联线缆、管理网线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速率、接口和距离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机柜与机房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导轨、PDU、电源线、接地、理线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供电回路、UPS、制冷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持续容量、U 位、承重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冗余供电工况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 / 可选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台通算配套按现状盘点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可选共享存储、备份及存储网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复用边界、留存需求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不重复新增机柜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665AD-9BB2-42AF-80CE-CAC44878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上架门槛：设备/运维提供两柜功率表和配件差缺清单，超限则调整 T4 分布。</a:t>
            </a:r>
          </a:p>
        </p:txBody>
      </p:sp>
    </p:spTree>
    <p:extLst>
      <p:ext uri="{BB962C8B-B14F-4D97-AF65-F5344CB8AC3E}">
        <p14:creationId xmlns:p14="http://schemas.microsoft.com/office/powerpoint/2010/main" val="755758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2026-09-16T05:35:53.5830000Z</dcterms:created>
  <dcterms:modified xsi:type="dcterms:W3CDTF">2026-09-16T05:35:53.5840000Z</dcterms:modified>
</coreProperties>
</file>