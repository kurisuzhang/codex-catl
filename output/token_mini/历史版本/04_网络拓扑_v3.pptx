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d7904572aff4938" /><Relationship Type="http://schemas.openxmlformats.org/officeDocument/2006/relationships/extended-properties" Target="/docProps/app.xml" Id="Re3b5c9c0390c4c34" /><Relationship Type="http://schemas.openxmlformats.org/officeDocument/2006/relationships/officeDocument" Target="/ppt/presentation.xml" Id="R689750abdc12483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80629b144aa4ec8"/>
  </p:sldMasterIdLst>
  <p:notesMasterIdLst>
    <p:notesMasterId xmlns:r="http://schemas.openxmlformats.org/officeDocument/2006/relationships" r:id="R5a5390e728dd4f43"/>
  </p:notesMasterIdLst>
  <p:sldIdLst>
    <p:sldId xmlns:r="http://schemas.openxmlformats.org/officeDocument/2006/relationships" id="256" r:id="R6d7c79825bc0424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d5ce59edecc4067" /><Relationship Type="http://schemas.openxmlformats.org/officeDocument/2006/relationships/slideMaster" Target="/ppt/slideMasters/slideMaster1.xml" Id="R980629b144aa4ec8" /><Relationship Type="http://schemas.openxmlformats.org/officeDocument/2006/relationships/notesMaster" Target="/ppt/notesMasters/notesMaster1.xml" Id="R5a5390e728dd4f43" /><Relationship Type="http://schemas.openxmlformats.org/officeDocument/2006/relationships/presProps" Target="/ppt/presProps.xml" Id="R3862fdc5a0c84530" /><Relationship Type="http://schemas.openxmlformats.org/officeDocument/2006/relationships/tableStyles" Target="/ppt/tableStyles.xml" Id="Rdc853b07a1bb427d" /><Relationship Type="http://schemas.openxmlformats.org/officeDocument/2006/relationships/slide" Target="/ppt/slides/slide1.xml" Id="R6d7c79825bc0424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cfdc3d5917e4d8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bb7232ace054f42" /><Relationship Type="http://schemas.openxmlformats.org/officeDocument/2006/relationships/notesMaster" Target="/ppt/notesMasters/notesMaster1.xml" Id="R6aeb56df72a947c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机柜命名按最新反馈：A为6台通算既有机柜，B/C为两台910B及6台T4所在的两个10kW机柜。机柜B含910B-1、T4-1至3，机柜C含910B-2、T4-4至6。业务网和BMC网用横向汇总线表示同类节点的独立接入关系，横线不表示总线介质或设备串联。存储网明确连接A、B、C三柜，分别代表通算、910B和T4节点按需接入，每柜一条汇总示意线不等于每柜只有一个物理网口，也不代表新增机柜交换机。存储网仍保留可选状态，具体接口、带宽、设备台数、冗余与存储协议待确认。共享存储设备位置未指定。RoCE交换机1台拟放B柜，两台910B各8条200GE链路，16条光链路双端共32个光模块，T4不接入此计算通信组。机柜C至B跨柜布线。单台RoCE交换机不具备交换机级冗余。入口、防火墙、核心及接入交换设备为逻辑职责，复用及采购数量待核。未完成实机连通测试。硬件主题既有机柜字母将在统一编号时与本页保持一致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资料查询日期：2026-09-16。方案报告，尚未执行设备部署、压测和交易。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7b109c21fe94c7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50761f06f424776" /><Relationship Type="http://schemas.openxmlformats.org/officeDocument/2006/relationships/slideLayout" Target="/ppt/slideLayouts/slideLayout1.xml" Id="R88308fd5f9dd479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8308fd5f9dd479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d6a44844a3046ac" /><Relationship Type="http://schemas.openxmlformats.org/officeDocument/2006/relationships/notesSlide" Target="/ppt/notesSlides/notesSlide1.xml" Id="Rc658eaec340e442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5" name="">
            <a:extLst xmlns:a="http://schemas.openxmlformats.org/drawingml/2006/main">
              <a:ext uri="{FF2B5EF4-FFF2-40B4-BE49-F238E27FC236}">
                <a16:creationId xmlns:a16="http://schemas.microsoft.com/office/drawing/2014/main" id="{493825ED-E124-46B4-949E-C3CA5D032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6700"/>
            <a:ext cx="110490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450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rPr>
              <a:t>A2  网络拓扑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CF5489D-3E30-4FA6-831D-71FE26CF6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914400"/>
            <a:ext cx="110109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250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rPr>
              <a:t>跨柜 RoCE：两台 910B 共用一台交换机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18A749E-5691-4B6A-B513-EDE4B770F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09700"/>
            <a:ext cx="110109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rPr>
              <a:t>三柜统一接入业务、管理与存储网络，两台 910B 通过独立 RoCE 网络互联。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02FC784-FD33-4FB5-9B1E-76DA1A54B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27697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E0E6"/>
          </a:solidFill>
          <a:ln xmlns:a="http://schemas.openxmlformats.org/drawingml/2006/main" w="9525">
            <a:solidFill>
              <a:srgbClr val="D4E0E6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010F378-5660-48F3-99A0-1565C68C8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19850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rPr>
              <a:t>token 魔方 Mini实验台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58A72EB-2808-4A4A-8257-19FB03A9A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6419850"/>
            <a:ext cx="1095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rPr>
              <a:t>05 / 18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05CEF75-334A-4B83-9BD7-401609EAF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866900"/>
            <a:ext cx="11049000" cy="4219575"/>
          </a:xfrm>
          <a:prstGeom xmlns:a="http://schemas.openxmlformats.org/drawingml/2006/main" prst="roundRect">
            <a:avLst>
              <a:gd name="adj" fmla="val 2257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D4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B995EA1-85F2-4DF5-A5BB-61F7DE8DD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24050"/>
            <a:ext cx="3619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425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rPr>
              <a:t>TOKEN 魔方 Mini 集群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2A62D5D-4D36-44D7-AE99-CE25FE476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38825" y="2057400"/>
            <a:ext cx="2000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8844D"/>
          </a:solidFill>
          <a:ln xmlns:a="http://schemas.openxmlformats.org/drawingml/2006/main" w="9525">
            <a:solidFill>
              <a:srgbClr val="58844D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0BE341F-2E8B-4B89-8041-58F21ACBA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5525" y="1933575"/>
            <a:ext cx="1352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业务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FD2A7FF-74B0-443E-8A0B-3B352D32F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057400"/>
            <a:ext cx="2000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9AA9"/>
          </a:solidFill>
          <a:ln xmlns:a="http://schemas.openxmlformats.org/drawingml/2006/main" w="9525">
            <a:solidFill>
              <a:srgbClr val="129AA9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E47B4C8-C328-4C1E-AD5D-8F2A3F3AC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1933575"/>
            <a:ext cx="1352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BMC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BCFB713-DC38-4E72-A868-6787EF3FD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9175" y="2057400"/>
            <a:ext cx="2000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7FBD"/>
          </a:solidFill>
          <a:ln xmlns:a="http://schemas.openxmlformats.org/drawingml/2006/main" w="9525">
            <a:solidFill>
              <a:srgbClr val="397FBD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CAF0562-A240-4F2D-9E44-3F61CF06F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1933575"/>
            <a:ext cx="1352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存储（可选）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0F2C2D1-5CA2-4D80-91C5-88963B589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2057400"/>
            <a:ext cx="2000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53A3"/>
          </a:solidFill>
          <a:ln xmlns:a="http://schemas.openxmlformats.org/drawingml/2006/main" w="9525">
            <a:solidFill>
              <a:srgbClr val="7753A3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7A082FF-AACF-4392-809D-448080ECC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1933575"/>
            <a:ext cx="1352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RoCE 200GE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617F7A5-BDDC-464F-AFFA-4A0E9F5BF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24100"/>
            <a:ext cx="2095500" cy="371475"/>
          </a:xfrm>
          <a:prstGeom xmlns:a="http://schemas.openxmlformats.org/drawingml/2006/main" prst="roundRect">
            <a:avLst>
              <a:gd name="adj" fmla="val 128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ACBD5"/>
            </a:solidFill>
          </a:ln>
        </p:spPr>
        <p:txBody>
          <a:bodyPr xmlns:a="http://schemas.openxmlformats.org/drawingml/2006/main" lIns="95250" tIns="47625" rIns="9525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425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rPr>
              <a:t>平台 / Internet</a:t>
            </a:r>
          </a:p>
          <a:p xmlns:a="http://schemas.openxmlformats.org/drawingml/2006/main">
            <a:pPr algn="ctr">
              <a:defRPr sz="1425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425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rPr>
              <a:t>压测入口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8365269-8DB8-4306-8541-835F2844F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2324100"/>
            <a:ext cx="2305050" cy="371475"/>
          </a:xfrm>
          <a:prstGeom xmlns:a="http://schemas.openxmlformats.org/drawingml/2006/main" prst="roundRect">
            <a:avLst>
              <a:gd name="adj" fmla="val 128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ACBD5"/>
            </a:solidFill>
          </a:ln>
        </p:spPr>
        <p:txBody>
          <a:bodyPr xmlns:a="http://schemas.openxmlformats.org/drawingml/2006/main" lIns="95250" tIns="47625" rIns="9525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425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rPr>
              <a:t>边界防火墙 / 访问控制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CDF4C3A-0512-43D4-8427-D1BB2140E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2324100"/>
            <a:ext cx="2428875" cy="371475"/>
          </a:xfrm>
          <a:prstGeom xmlns:a="http://schemas.openxmlformats.org/drawingml/2006/main" prst="roundRect">
            <a:avLst>
              <a:gd name="adj" fmla="val 128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ACBD5"/>
            </a:solidFill>
          </a:ln>
        </p:spPr>
        <p:txBody>
          <a:bodyPr xmlns:a="http://schemas.openxmlformats.org/drawingml/2006/main" lIns="95250" tIns="47625" rIns="9525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425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rPr>
              <a:t>核心 / 业务汇聚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5CDAA5A-D38B-42CA-B13D-442B34A8A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1525" y="2324100"/>
            <a:ext cx="3038475" cy="371475"/>
          </a:xfrm>
          <a:prstGeom xmlns:a="http://schemas.openxmlformats.org/drawingml/2006/main" prst="roundRect">
            <a:avLst>
              <a:gd name="adj" fmla="val 12821"/>
            </a:avLst>
          </a:prstGeom>
          <a:solidFill xmlns:a="http://schemas.openxmlformats.org/drawingml/2006/main">
            <a:srgbClr val="F1F6F0"/>
          </a:solidFill>
          <a:ln xmlns:a="http://schemas.openxmlformats.org/drawingml/2006/main" w="9525">
            <a:solidFill>
              <a:srgbClr val="BACBD5"/>
            </a:solidFill>
          </a:ln>
        </p:spPr>
        <p:txBody>
          <a:bodyPr xmlns:a="http://schemas.openxmlformats.org/drawingml/2006/main" lIns="95250" tIns="47625" rIns="9525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>
                <a:solidFill>
                  <a:srgbClr val="58844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425">
                <a:solidFill>
                  <a:srgbClr val="58844D"/>
                </a:solidFill>
                <a:latin typeface="Arial Unicode MS"/>
                <a:ea typeface="Arial Unicode MS"/>
                <a:cs typeface="Arial Unicode MS"/>
              </a:rPr>
              <a:t>业务接入交换设备</a:t>
            </a:r>
          </a:p>
        </p:txBody>
      </p:sp>
      <p:cxnSp>
        <p:nvCxnSpPr>
          <p:cNvPr id="175" name=""/>
          <p:cNvCxnSpPr>
            <a:stCxn xmlns:a="http://schemas.openxmlformats.org/drawingml/2006/main" id="17" idx="3"/>
            <a:endCxn xmlns:a="http://schemas.openxmlformats.org/drawingml/2006/main" id="18" idx="1"/>
          </p:cNvCxnSpPr>
          <p:nvPr/>
        </p:nvCxnSpPr>
        <p:spPr>
          <a:xfrm xmlns:a="http://schemas.openxmlformats.org/drawingml/2006/main">
            <a:off x="2857500" y="2509838"/>
            <a:ext cx="266700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5F778A"/>
            </a:solidFill>
          </a:ln>
        </p:spPr>
      </p:cxnSp>
      <p:cxnSp>
        <p:nvCxnSpPr>
          <p:cNvPr id="176" name=""/>
          <p:cNvCxnSpPr>
            <a:stCxn xmlns:a="http://schemas.openxmlformats.org/drawingml/2006/main" id="18" idx="3"/>
            <a:endCxn xmlns:a="http://schemas.openxmlformats.org/drawingml/2006/main" id="19" idx="1"/>
          </p:cNvCxnSpPr>
          <p:nvPr/>
        </p:nvCxnSpPr>
        <p:spPr>
          <a:xfrm xmlns:a="http://schemas.openxmlformats.org/drawingml/2006/main">
            <a:off x="5429250" y="2509838"/>
            <a:ext cx="266700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5F778A"/>
            </a:solidFill>
          </a:ln>
        </p:spPr>
      </p:cxnSp>
      <p:cxnSp>
        <p:nvCxnSpPr>
          <p:cNvPr id="177" name=""/>
          <p:cNvCxnSpPr>
            <a:stCxn xmlns:a="http://schemas.openxmlformats.org/drawingml/2006/main" id="19" idx="3"/>
            <a:endCxn xmlns:a="http://schemas.openxmlformats.org/drawingml/2006/main" id="20" idx="1"/>
          </p:cNvCxnSpPr>
          <p:nvPr/>
        </p:nvCxnSpPr>
        <p:spPr>
          <a:xfrm xmlns:a="http://schemas.openxmlformats.org/drawingml/2006/main">
            <a:off x="8124825" y="2509838"/>
            <a:ext cx="266700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58844D"/>
            </a:solidFill>
          </a:ln>
        </p:spPr>
      </p:cxn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3CDAA16-A02C-40AD-A305-B076B246B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76550"/>
            <a:ext cx="2095500" cy="342900"/>
          </a:xfrm>
          <a:prstGeom xmlns:a="http://schemas.openxmlformats.org/drawingml/2006/main" prst="roundRect">
            <a:avLst>
              <a:gd name="adj" fmla="val 13889"/>
            </a:avLst>
          </a:prstGeom>
          <a:solidFill xmlns:a="http://schemas.openxmlformats.org/drawingml/2006/main">
            <a:srgbClr val="EDF7F8"/>
          </a:solidFill>
          <a:ln xmlns:a="http://schemas.openxmlformats.org/drawingml/2006/main" w="9525">
            <a:solidFill>
              <a:srgbClr val="BACBD5"/>
            </a:solidFill>
          </a:ln>
        </p:spPr>
        <p:txBody>
          <a:bodyPr xmlns:a="http://schemas.openxmlformats.org/drawingml/2006/main" lIns="95250" tIns="47625" rIns="9525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>
                <a:solidFill>
                  <a:srgbClr val="129AA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425">
                <a:solidFill>
                  <a:srgbClr val="129AA9"/>
                </a:solidFill>
                <a:latin typeface="Arial Unicode MS"/>
                <a:ea typeface="Arial Unicode MS"/>
                <a:cs typeface="Arial Unicode MS"/>
              </a:rPr>
              <a:t>运维入口 / 管理区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0B1C99A-3059-4BF2-AA6C-9D963D133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2876550"/>
            <a:ext cx="3714750" cy="342900"/>
          </a:xfrm>
          <a:prstGeom xmlns:a="http://schemas.openxmlformats.org/drawingml/2006/main" prst="roundRect">
            <a:avLst>
              <a:gd name="adj" fmla="val 13889"/>
            </a:avLst>
          </a:prstGeom>
          <a:solidFill xmlns:a="http://schemas.openxmlformats.org/drawingml/2006/main">
            <a:srgbClr val="EDF7F8"/>
          </a:solidFill>
          <a:ln xmlns:a="http://schemas.openxmlformats.org/drawingml/2006/main" w="9525">
            <a:solidFill>
              <a:srgbClr val="BACBD5"/>
            </a:solidFill>
          </a:ln>
        </p:spPr>
        <p:txBody>
          <a:bodyPr xmlns:a="http://schemas.openxmlformats.org/drawingml/2006/main" lIns="95250" tIns="47625" rIns="9525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>
                <a:solidFill>
                  <a:srgbClr val="129AA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425">
                <a:solidFill>
                  <a:srgbClr val="129AA9"/>
                </a:solidFill>
                <a:latin typeface="Arial Unicode MS"/>
                <a:ea typeface="Arial Unicode MS"/>
                <a:cs typeface="Arial Unicode MS"/>
              </a:rPr>
              <a:t>BMC 带外管理接入交换设备</a:t>
            </a:r>
          </a:p>
        </p:txBody>
      </p:sp>
      <p:cxnSp>
        <p:nvCxnSpPr>
          <p:cNvPr id="180" name=""/>
          <p:cNvCxnSpPr>
            <a:stCxn xmlns:a="http://schemas.openxmlformats.org/drawingml/2006/main" id="24" idx="3"/>
            <a:endCxn xmlns:a="http://schemas.openxmlformats.org/drawingml/2006/main" id="25" idx="1"/>
          </p:cNvCxnSpPr>
          <p:nvPr/>
        </p:nvCxnSpPr>
        <p:spPr>
          <a:xfrm xmlns:a="http://schemas.openxmlformats.org/drawingml/2006/main">
            <a:off x="2857500" y="3048000"/>
            <a:ext cx="266700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129AA9"/>
            </a:solidFill>
          </a:ln>
        </p:spPr>
      </p:cxn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F1630AB-6966-484E-A282-1346EE03B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2838450"/>
            <a:ext cx="2609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rPr>
              <a:t>服务器与交换设备</a:t>
            </a:r>
          </a:p>
          <a:p xmlns:a="http://schemas.openxmlformats.org/drawingml/2006/main">
            <a:pPr algn="l">
              <a:defRPr sz="127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rPr>
              <a:t>管理口接入 BMC 网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8EA897B-2A40-47BF-91CB-686C2CA5D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3495675"/>
            <a:ext cx="103346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9AA9"/>
          </a:solidFill>
          <a:ln xmlns:a="http://schemas.openxmlformats.org/drawingml/2006/main" w="9525">
            <a:solidFill>
              <a:srgbClr val="129AA9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BA0A42B-9A7D-4804-AC0B-F880D21F0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695700"/>
            <a:ext cx="102298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8844D"/>
          </a:solidFill>
          <a:ln xmlns:a="http://schemas.openxmlformats.org/drawingml/2006/main" w="9525">
            <a:solidFill>
              <a:srgbClr val="58844D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5DA7D61-47F0-41C9-95FB-C4848FB7B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3219450"/>
            <a:ext cx="14288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9AA9"/>
          </a:solidFill>
          <a:ln xmlns:a="http://schemas.openxmlformats.org/drawingml/2006/main" w="9525">
            <a:solidFill>
              <a:srgbClr val="129AA9"/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D71FC11-2BA2-44F0-A113-F52E734F7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15525" y="2695575"/>
            <a:ext cx="14288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8844D"/>
          </a:solidFill>
          <a:ln xmlns:a="http://schemas.openxmlformats.org/drawingml/2006/main" w="9525">
            <a:solidFill>
              <a:srgbClr val="58844D"/>
            </a:solidFill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03491F2-20B9-45F7-8B7D-BBF395527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95725"/>
            <a:ext cx="3048000" cy="1066800"/>
          </a:xfrm>
          <a:prstGeom xmlns:a="http://schemas.openxmlformats.org/drawingml/2006/main" prst="roundRect">
            <a:avLst>
              <a:gd name="adj" fmla="val 4464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BACBD5"/>
            </a:solidFill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4265660-5306-4EAA-9775-E6C1AD574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895725"/>
            <a:ext cx="3619500" cy="1066800"/>
          </a:xfrm>
          <a:prstGeom xmlns:a="http://schemas.openxmlformats.org/drawingml/2006/main" prst="roundRect">
            <a:avLst>
              <a:gd name="adj" fmla="val 4464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BACBD5"/>
            </a:solidFill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65C43D9-433B-482E-8B41-78F15C0AF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895725"/>
            <a:ext cx="3619500" cy="1066800"/>
          </a:xfrm>
          <a:prstGeom xmlns:a="http://schemas.openxmlformats.org/drawingml/2006/main" prst="roundRect">
            <a:avLst>
              <a:gd name="adj" fmla="val 4464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BACBD5"/>
            </a:solidFill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5E8E321-5AF5-4BF8-B44F-FEA797E25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3505200"/>
            <a:ext cx="95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9AA9"/>
          </a:solidFill>
          <a:ln xmlns:a="http://schemas.openxmlformats.org/drawingml/2006/main" w="9525">
            <a:solidFill>
              <a:srgbClr val="129AA9"/>
            </a:solidFill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AB6211F-FAB4-4965-987E-91013C908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" y="3705225"/>
            <a:ext cx="9525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8844D"/>
          </a:solidFill>
          <a:ln xmlns:a="http://schemas.openxmlformats.org/drawingml/2006/main" w="9525">
            <a:solidFill>
              <a:srgbClr val="58844D"/>
            </a:solidFill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E16DDB2-A521-4716-ACAD-439C6D584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624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9AA9"/>
          </a:solidFill>
          <a:ln xmlns:a="http://schemas.openxmlformats.org/drawingml/2006/main" w="9525">
            <a:solidFill>
              <a:srgbClr val="129AA9"/>
            </a:solidFill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E1DE9F1-51CC-425E-956D-8EB612F99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9624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8844D"/>
          </a:solidFill>
          <a:ln xmlns:a="http://schemas.openxmlformats.org/drawingml/2006/main" w="9525">
            <a:solidFill>
              <a:srgbClr val="58844D"/>
            </a:solidFill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4DA01A9-3DAA-4166-8F01-968D277DF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95750"/>
            <a:ext cx="781050" cy="428625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2F6F9"/>
          </a:solidFill>
          <a:ln xmlns:a="http://schemas.openxmlformats.org/drawingml/2006/main" w="9525">
            <a:solidFill>
              <a:srgbClr val="BACBD5"/>
            </a:solidFill>
          </a:ln>
        </p:spPr>
        <p:txBody>
          <a:bodyPr xmlns:a="http://schemas.openxmlformats.org/drawingml/2006/main" lIns="95250" tIns="47625" rIns="9525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rPr>
              <a:t>通算 1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9AEBF54-AD1E-41C2-A951-28B934A95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0725" y="3505200"/>
            <a:ext cx="95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9AA9"/>
          </a:solidFill>
          <a:ln xmlns:a="http://schemas.openxmlformats.org/drawingml/2006/main" w="9525">
            <a:solidFill>
              <a:srgbClr val="129AA9"/>
            </a:solidFill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56844DC-3B3C-4B9E-A352-5B8FE0F1F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2175" y="3705225"/>
            <a:ext cx="9525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8844D"/>
          </a:solidFill>
          <a:ln xmlns:a="http://schemas.openxmlformats.org/drawingml/2006/main" w="9525">
            <a:solidFill>
              <a:srgbClr val="58844D"/>
            </a:solidFill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101DFAC-C76F-4E6F-9243-F814F8D15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39624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9AA9"/>
          </a:solidFill>
          <a:ln xmlns:a="http://schemas.openxmlformats.org/drawingml/2006/main" w="9525">
            <a:solidFill>
              <a:srgbClr val="129AA9"/>
            </a:solidFill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A59040F1-B4B5-4CEA-A939-BED619D1F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39624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8844D"/>
          </a:solidFill>
          <a:ln xmlns:a="http://schemas.openxmlformats.org/drawingml/2006/main" w="9525">
            <a:solidFill>
              <a:srgbClr val="58844D"/>
            </a:solidFill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D42A7415-A5D3-432D-9F60-82F2C5B24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4095750"/>
            <a:ext cx="952500" cy="428625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2F6F9"/>
          </a:solidFill>
          <a:ln xmlns:a="http://schemas.openxmlformats.org/drawingml/2006/main" w="9525">
            <a:solidFill>
              <a:srgbClr val="BACBD5"/>
            </a:solidFill>
          </a:ln>
        </p:spPr>
        <p:txBody>
          <a:bodyPr xmlns:a="http://schemas.openxmlformats.org/drawingml/2006/main" lIns="95250" tIns="47625" rIns="9525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rPr>
              <a:t>通算 2…5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C3189427-F4DD-4BC5-B937-2EA447006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4675" y="3505200"/>
            <a:ext cx="95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9AA9"/>
          </a:solidFill>
          <a:ln xmlns:a="http://schemas.openxmlformats.org/drawingml/2006/main" w="9525">
            <a:solidFill>
              <a:srgbClr val="129AA9"/>
            </a:solidFill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71F44E18-33A9-4CCD-9430-23C586A62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3705225"/>
            <a:ext cx="9525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8844D"/>
          </a:solidFill>
          <a:ln xmlns:a="http://schemas.openxmlformats.org/drawingml/2006/main" w="9525">
            <a:solidFill>
              <a:srgbClr val="58844D"/>
            </a:solidFill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F29AC2D2-7409-47BD-BB9A-D48D6C907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39624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9AA9"/>
          </a:solidFill>
          <a:ln xmlns:a="http://schemas.openxmlformats.org/drawingml/2006/main" w="9525">
            <a:solidFill>
              <a:srgbClr val="129AA9"/>
            </a:solidFill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A0F6F8FE-ECF0-46E7-A9C2-C6051CF70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9624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8844D"/>
          </a:solidFill>
          <a:ln xmlns:a="http://schemas.openxmlformats.org/drawingml/2006/main" w="9525">
            <a:solidFill>
              <a:srgbClr val="58844D"/>
            </a:solidFill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71055B28-CC80-4342-84AA-3F2DF3F7E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095750"/>
            <a:ext cx="742950" cy="428625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2F6F9"/>
          </a:solidFill>
          <a:ln xmlns:a="http://schemas.openxmlformats.org/drawingml/2006/main" w="9525">
            <a:solidFill>
              <a:srgbClr val="BACBD5"/>
            </a:solidFill>
          </a:ln>
        </p:spPr>
        <p:txBody>
          <a:bodyPr xmlns:a="http://schemas.openxmlformats.org/drawingml/2006/main" lIns="95250" tIns="47625" rIns="9525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rPr>
              <a:t>通算 6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691A96E5-F8AD-48B4-BF0C-5489343BB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3505200"/>
            <a:ext cx="95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9AA9"/>
          </a:solidFill>
          <a:ln xmlns:a="http://schemas.openxmlformats.org/drawingml/2006/main" w="9525">
            <a:solidFill>
              <a:srgbClr val="129AA9"/>
            </a:solidFill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222F021B-0CB1-482D-92D3-792D5FB78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3705225"/>
            <a:ext cx="9525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8844D"/>
          </a:solidFill>
          <a:ln xmlns:a="http://schemas.openxmlformats.org/drawingml/2006/main" w="9525">
            <a:solidFill>
              <a:srgbClr val="58844D"/>
            </a:solidFill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1AB66E23-5C1B-426A-84F2-F7A3EF789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9624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9AA9"/>
          </a:solidFill>
          <a:ln xmlns:a="http://schemas.openxmlformats.org/drawingml/2006/main" w="9525">
            <a:solidFill>
              <a:srgbClr val="129AA9"/>
            </a:solidFill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B7C8D784-A72C-4E56-B99C-A581F7D15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9624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8844D"/>
          </a:solidFill>
          <a:ln xmlns:a="http://schemas.openxmlformats.org/drawingml/2006/main" w="9525">
            <a:solidFill>
              <a:srgbClr val="58844D"/>
            </a:solidFill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00301B21-9024-42EE-B90F-FE6C08796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4095750"/>
            <a:ext cx="1181100" cy="428625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2EDF8"/>
          </a:solidFill>
          <a:ln xmlns:a="http://schemas.openxmlformats.org/drawingml/2006/main" w="9525">
            <a:solidFill>
              <a:srgbClr val="BACBD5"/>
            </a:solidFill>
          </a:ln>
        </p:spPr>
        <p:txBody>
          <a:bodyPr xmlns:a="http://schemas.openxmlformats.org/drawingml/2006/main" lIns="95250" tIns="47625" rIns="9525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>
                <a:solidFill>
                  <a:srgbClr val="7753A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>
                <a:solidFill>
                  <a:srgbClr val="7753A3"/>
                </a:solidFill>
                <a:latin typeface="Arial Unicode MS"/>
                <a:ea typeface="Arial Unicode MS"/>
                <a:cs typeface="Arial Unicode MS"/>
              </a:rPr>
              <a:t>910B-1</a:t>
            </a:r>
          </a:p>
          <a:p xmlns:a="http://schemas.openxmlformats.org/drawingml/2006/main">
            <a:pPr algn="ctr">
              <a:defRPr sz="1350">
                <a:solidFill>
                  <a:srgbClr val="7753A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>
                <a:solidFill>
                  <a:srgbClr val="7753A3"/>
                </a:solidFill>
                <a:latin typeface="Arial Unicode MS"/>
                <a:ea typeface="Arial Unicode MS"/>
                <a:cs typeface="Arial Unicode MS"/>
              </a:rPr>
              <a:t>8 卡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33E2B33F-0D0C-40F2-9F88-4FEC0F93B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45339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53A3"/>
          </a:solidFill>
          <a:ln xmlns:a="http://schemas.openxmlformats.org/drawingml/2006/main" w="9525">
            <a:solidFill>
              <a:srgbClr val="7753A3"/>
            </a:solidFill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E3013412-72B1-4A59-9246-1DCD231C6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5339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53A3"/>
          </a:solidFill>
          <a:ln xmlns:a="http://schemas.openxmlformats.org/drawingml/2006/main" w="9525">
            <a:solidFill>
              <a:srgbClr val="7753A3"/>
            </a:solidFill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2A829E98-A380-4686-8ECC-CFE99B248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45339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53A3"/>
          </a:solidFill>
          <a:ln xmlns:a="http://schemas.openxmlformats.org/drawingml/2006/main" w="9525">
            <a:solidFill>
              <a:srgbClr val="7753A3"/>
            </a:solidFill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A2723566-2179-4873-A9AD-B263485F7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5339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53A3"/>
          </a:solidFill>
          <a:ln xmlns:a="http://schemas.openxmlformats.org/drawingml/2006/main" w="9525">
            <a:solidFill>
              <a:srgbClr val="7753A3"/>
            </a:solidFill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49E742FA-6E6F-43EA-A9DD-8A9BB95BE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45339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53A3"/>
          </a:solidFill>
          <a:ln xmlns:a="http://schemas.openxmlformats.org/drawingml/2006/main" w="9525">
            <a:solidFill>
              <a:srgbClr val="7753A3"/>
            </a:solidFill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D2EC6373-9DAE-40D7-A17A-09626E677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45339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53A3"/>
          </a:solidFill>
          <a:ln xmlns:a="http://schemas.openxmlformats.org/drawingml/2006/main" w="9525">
            <a:solidFill>
              <a:srgbClr val="7753A3"/>
            </a:solidFill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B1954AC2-2714-4A5A-A164-83FA62FB2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45339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53A3"/>
          </a:solidFill>
          <a:ln xmlns:a="http://schemas.openxmlformats.org/drawingml/2006/main" w="9525">
            <a:solidFill>
              <a:srgbClr val="7753A3"/>
            </a:solidFill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B02A4871-2B44-48B1-8101-9CEE2D924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45339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53A3"/>
          </a:solidFill>
          <a:ln xmlns:a="http://schemas.openxmlformats.org/drawingml/2006/main" w="9525">
            <a:solidFill>
              <a:srgbClr val="7753A3"/>
            </a:solidFill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7BC954B3-5C09-4337-B721-CB6FBC174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3075" y="3505200"/>
            <a:ext cx="95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9AA9"/>
          </a:solidFill>
          <a:ln xmlns:a="http://schemas.openxmlformats.org/drawingml/2006/main" w="9525">
            <a:solidFill>
              <a:srgbClr val="129AA9"/>
            </a:solidFill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C771134F-52D4-4EC6-B365-37F6CE7BC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24525" y="3705225"/>
            <a:ext cx="9525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8844D"/>
          </a:solidFill>
          <a:ln xmlns:a="http://schemas.openxmlformats.org/drawingml/2006/main" w="9525">
            <a:solidFill>
              <a:srgbClr val="58844D"/>
            </a:solidFill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22738970-6373-4650-9D7B-EAAE1109F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39624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9AA9"/>
          </a:solidFill>
          <a:ln xmlns:a="http://schemas.openxmlformats.org/drawingml/2006/main" w="9525">
            <a:solidFill>
              <a:srgbClr val="129AA9"/>
            </a:solidFill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4A18A96B-4A26-40B9-850A-E73289BF7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39624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8844D"/>
          </a:solidFill>
          <a:ln xmlns:a="http://schemas.openxmlformats.org/drawingml/2006/main" w="9525">
            <a:solidFill>
              <a:srgbClr val="58844D"/>
            </a:solidFill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468E409C-884C-4CFE-9671-4ED7A2592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4095750"/>
            <a:ext cx="628650" cy="428625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2F6F9"/>
          </a:solidFill>
          <a:ln xmlns:a="http://schemas.openxmlformats.org/drawingml/2006/main" w="9525">
            <a:solidFill>
              <a:srgbClr val="BACBD5"/>
            </a:solidFill>
          </a:ln>
        </p:spPr>
        <p:txBody>
          <a:bodyPr xmlns:a="http://schemas.openxmlformats.org/drawingml/2006/main" lIns="95250" tIns="47625" rIns="9525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rPr>
              <a:t>T4-1</a:t>
            </a:r>
          </a:p>
          <a:p xmlns:a="http://schemas.openxmlformats.org/drawingml/2006/main">
            <a:pPr algn="ctr">
              <a:defRPr sz="1350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rPr>
              <a:t>8 卡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7DCA6991-AF04-4B13-8B56-8B5F20F2D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3505200"/>
            <a:ext cx="95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9AA9"/>
          </a:solidFill>
          <a:ln xmlns:a="http://schemas.openxmlformats.org/drawingml/2006/main" w="9525">
            <a:solidFill>
              <a:srgbClr val="129AA9"/>
            </a:solidFill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4BE622F5-AACC-4F7D-8202-26E3DD0A5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7475" y="3705225"/>
            <a:ext cx="9525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8844D"/>
          </a:solidFill>
          <a:ln xmlns:a="http://schemas.openxmlformats.org/drawingml/2006/main" w="9525">
            <a:solidFill>
              <a:srgbClr val="58844D"/>
            </a:solidFill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FEE442A9-78F3-44B9-9E5C-CF56F81FB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9624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9AA9"/>
          </a:solidFill>
          <a:ln xmlns:a="http://schemas.openxmlformats.org/drawingml/2006/main" w="9525">
            <a:solidFill>
              <a:srgbClr val="129AA9"/>
            </a:solidFill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B0853DB8-BF67-4278-A21B-B82C143D4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9624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8844D"/>
          </a:solidFill>
          <a:ln xmlns:a="http://schemas.openxmlformats.org/drawingml/2006/main" w="9525">
            <a:solidFill>
              <a:srgbClr val="58844D"/>
            </a:solidFill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A83A76AC-8751-436C-9CA7-589FEE378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4095750"/>
            <a:ext cx="628650" cy="428625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2F6F9"/>
          </a:solidFill>
          <a:ln xmlns:a="http://schemas.openxmlformats.org/drawingml/2006/main" w="9525">
            <a:solidFill>
              <a:srgbClr val="BACBD5"/>
            </a:solidFill>
          </a:ln>
        </p:spPr>
        <p:txBody>
          <a:bodyPr xmlns:a="http://schemas.openxmlformats.org/drawingml/2006/main" lIns="95250" tIns="47625" rIns="9525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rPr>
              <a:t>T4-2</a:t>
            </a:r>
          </a:p>
          <a:p xmlns:a="http://schemas.openxmlformats.org/drawingml/2006/main">
            <a:pPr algn="ctr">
              <a:defRPr sz="1350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rPr>
              <a:t>8 卡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C27B1B4A-6CA2-449C-8CF7-0AA3C3590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8975" y="3505200"/>
            <a:ext cx="95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9AA9"/>
          </a:solidFill>
          <a:ln xmlns:a="http://schemas.openxmlformats.org/drawingml/2006/main" w="9525">
            <a:solidFill>
              <a:srgbClr val="129AA9"/>
            </a:solidFill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13A100C3-67DF-4CE9-95AB-857F108F1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0425" y="3705225"/>
            <a:ext cx="9525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8844D"/>
          </a:solidFill>
          <a:ln xmlns:a="http://schemas.openxmlformats.org/drawingml/2006/main" w="9525">
            <a:solidFill>
              <a:srgbClr val="58844D"/>
            </a:solidFill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57A74243-B3C4-4981-B6BA-C9F42B5C1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39624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9AA9"/>
          </a:solidFill>
          <a:ln xmlns:a="http://schemas.openxmlformats.org/drawingml/2006/main" w="9525">
            <a:solidFill>
              <a:srgbClr val="129AA9"/>
            </a:solidFill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1BE83C63-A51F-4636-88E8-05639A710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9624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8844D"/>
          </a:solidFill>
          <a:ln xmlns:a="http://schemas.openxmlformats.org/drawingml/2006/main" w="9525">
            <a:solidFill>
              <a:srgbClr val="58844D"/>
            </a:solidFill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94B60633-4531-4617-B871-72AD56979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4095750"/>
            <a:ext cx="628650" cy="428625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2F6F9"/>
          </a:solidFill>
          <a:ln xmlns:a="http://schemas.openxmlformats.org/drawingml/2006/main" w="9525">
            <a:solidFill>
              <a:srgbClr val="BACBD5"/>
            </a:solidFill>
          </a:ln>
        </p:spPr>
        <p:txBody>
          <a:bodyPr xmlns:a="http://schemas.openxmlformats.org/drawingml/2006/main" lIns="95250" tIns="47625" rIns="9525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rPr>
              <a:t>T4-3</a:t>
            </a:r>
          </a:p>
          <a:p xmlns:a="http://schemas.openxmlformats.org/drawingml/2006/main">
            <a:pPr algn="ctr">
              <a:defRPr sz="1350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rPr>
              <a:t>8 卡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99699595-7ACD-47B2-BFDE-6962A623D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6725" y="3505200"/>
            <a:ext cx="95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9AA9"/>
          </a:solidFill>
          <a:ln xmlns:a="http://schemas.openxmlformats.org/drawingml/2006/main" w="9525">
            <a:solidFill>
              <a:srgbClr val="129AA9"/>
            </a:solidFill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E10BE369-BCD6-421A-9DCE-670DD352D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8175" y="3705225"/>
            <a:ext cx="9525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8844D"/>
          </a:solidFill>
          <a:ln xmlns:a="http://schemas.openxmlformats.org/drawingml/2006/main" w="9525">
            <a:solidFill>
              <a:srgbClr val="58844D"/>
            </a:solidFill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8B7F2DB5-F9B4-4F15-B00F-7CCEC1F75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9624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9AA9"/>
          </a:solidFill>
          <a:ln xmlns:a="http://schemas.openxmlformats.org/drawingml/2006/main" w="9525">
            <a:solidFill>
              <a:srgbClr val="129AA9"/>
            </a:solidFill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060CB787-0C12-4809-9EFC-9419B1DBF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9624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8844D"/>
          </a:solidFill>
          <a:ln xmlns:a="http://schemas.openxmlformats.org/drawingml/2006/main" w="9525">
            <a:solidFill>
              <a:srgbClr val="58844D"/>
            </a:solidFill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22D4D099-7D11-4899-8E07-EA1A7BA19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095750"/>
            <a:ext cx="1181100" cy="428625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2EDF8"/>
          </a:solidFill>
          <a:ln xmlns:a="http://schemas.openxmlformats.org/drawingml/2006/main" w="9525">
            <a:solidFill>
              <a:srgbClr val="BACBD5"/>
            </a:solidFill>
          </a:ln>
        </p:spPr>
        <p:txBody>
          <a:bodyPr xmlns:a="http://schemas.openxmlformats.org/drawingml/2006/main" lIns="95250" tIns="47625" rIns="9525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>
                <a:solidFill>
                  <a:srgbClr val="7753A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>
                <a:solidFill>
                  <a:srgbClr val="7753A3"/>
                </a:solidFill>
                <a:latin typeface="Arial Unicode MS"/>
                <a:ea typeface="Arial Unicode MS"/>
                <a:cs typeface="Arial Unicode MS"/>
              </a:rPr>
              <a:t>910B-2</a:t>
            </a:r>
          </a:p>
          <a:p xmlns:a="http://schemas.openxmlformats.org/drawingml/2006/main">
            <a:pPr algn="ctr">
              <a:defRPr sz="1350">
                <a:solidFill>
                  <a:srgbClr val="7753A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>
                <a:solidFill>
                  <a:srgbClr val="7753A3"/>
                </a:solidFill>
                <a:latin typeface="Arial Unicode MS"/>
                <a:ea typeface="Arial Unicode MS"/>
                <a:cs typeface="Arial Unicode MS"/>
              </a:rPr>
              <a:t>8 卡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EF76489B-EEC5-47DB-9032-B0D78F0CF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45339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53A3"/>
          </a:solidFill>
          <a:ln xmlns:a="http://schemas.openxmlformats.org/drawingml/2006/main" w="9525">
            <a:solidFill>
              <a:srgbClr val="7753A3"/>
            </a:solidFill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DC4FEAB9-8D6A-4603-8F6C-EA8C35A18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5339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53A3"/>
          </a:solidFill>
          <a:ln xmlns:a="http://schemas.openxmlformats.org/drawingml/2006/main" w="9525">
            <a:solidFill>
              <a:srgbClr val="7753A3"/>
            </a:solidFill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7EE33113-DC2E-4B6A-B76F-78002607C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45339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53A3"/>
          </a:solidFill>
          <a:ln xmlns:a="http://schemas.openxmlformats.org/drawingml/2006/main" w="9525">
            <a:solidFill>
              <a:srgbClr val="7753A3"/>
            </a:solidFill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52BA3206-B712-4073-8B34-BC920DAD0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5339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53A3"/>
          </a:solidFill>
          <a:ln xmlns:a="http://schemas.openxmlformats.org/drawingml/2006/main" w="9525">
            <a:solidFill>
              <a:srgbClr val="7753A3"/>
            </a:solidFill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106CE4CC-292F-4486-9067-A2BBC1F51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45339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53A3"/>
          </a:solidFill>
          <a:ln xmlns:a="http://schemas.openxmlformats.org/drawingml/2006/main" w="9525">
            <a:solidFill>
              <a:srgbClr val="7753A3"/>
            </a:solidFill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C5D5DEB1-72F3-4B92-8B8D-8772873B3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5339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53A3"/>
          </a:solidFill>
          <a:ln xmlns:a="http://schemas.openxmlformats.org/drawingml/2006/main" w="9525">
            <a:solidFill>
              <a:srgbClr val="7753A3"/>
            </a:solidFill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98A4C8B3-94B1-4A16-ABD3-3DCA6B6F4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45339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53A3"/>
          </a:solidFill>
          <a:ln xmlns:a="http://schemas.openxmlformats.org/drawingml/2006/main" w="9525">
            <a:solidFill>
              <a:srgbClr val="7753A3"/>
            </a:solidFill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527C6B3E-F229-4257-BBAC-D839A7714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5339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53A3"/>
          </a:solidFill>
          <a:ln xmlns:a="http://schemas.openxmlformats.org/drawingml/2006/main" w="9525">
            <a:solidFill>
              <a:srgbClr val="7753A3"/>
            </a:solidFill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4B829CFE-9735-4122-8983-DEF92FF5D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3075" y="3505200"/>
            <a:ext cx="95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9AA9"/>
          </a:solidFill>
          <a:ln xmlns:a="http://schemas.openxmlformats.org/drawingml/2006/main" w="9525">
            <a:solidFill>
              <a:srgbClr val="129AA9"/>
            </a:solidFill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0002E428-2798-41CE-A877-D0B017914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34525" y="3705225"/>
            <a:ext cx="9525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8844D"/>
          </a:solidFill>
          <a:ln xmlns:a="http://schemas.openxmlformats.org/drawingml/2006/main" w="9525">
            <a:solidFill>
              <a:srgbClr val="58844D"/>
            </a:solidFill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BC1DA460-8256-4CCC-86FA-C7B2522F4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39624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9AA9"/>
          </a:solidFill>
          <a:ln xmlns:a="http://schemas.openxmlformats.org/drawingml/2006/main" w="9525">
            <a:solidFill>
              <a:srgbClr val="129AA9"/>
            </a:solidFill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CDC500D3-70BD-4307-A117-83B3019A3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39624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8844D"/>
          </a:solidFill>
          <a:ln xmlns:a="http://schemas.openxmlformats.org/drawingml/2006/main" w="9525">
            <a:solidFill>
              <a:srgbClr val="58844D"/>
            </a:solidFill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9FDEF46C-320C-401B-9FA8-B587E272B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4095750"/>
            <a:ext cx="628650" cy="428625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2F6F9"/>
          </a:solidFill>
          <a:ln xmlns:a="http://schemas.openxmlformats.org/drawingml/2006/main" w="9525">
            <a:solidFill>
              <a:srgbClr val="BACBD5"/>
            </a:solidFill>
          </a:ln>
        </p:spPr>
        <p:txBody>
          <a:bodyPr xmlns:a="http://schemas.openxmlformats.org/drawingml/2006/main" lIns="95250" tIns="47625" rIns="9525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rPr>
              <a:t>T4-4</a:t>
            </a:r>
          </a:p>
          <a:p xmlns:a="http://schemas.openxmlformats.org/drawingml/2006/main">
            <a:pPr algn="ctr">
              <a:defRPr sz="1350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rPr>
              <a:t>8 卡</a:t>
            </a:r>
          </a:p>
        </p:txBody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0178A393-4593-4614-ACF5-1275D126D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06025" y="3505200"/>
            <a:ext cx="95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9AA9"/>
          </a:solidFill>
          <a:ln xmlns:a="http://schemas.openxmlformats.org/drawingml/2006/main" w="9525">
            <a:solidFill>
              <a:srgbClr val="129AA9"/>
            </a:solidFill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E0229EA2-228A-4608-8AC2-A5A11146B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77475" y="3705225"/>
            <a:ext cx="9525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8844D"/>
          </a:solidFill>
          <a:ln xmlns:a="http://schemas.openxmlformats.org/drawingml/2006/main" w="9525">
            <a:solidFill>
              <a:srgbClr val="58844D"/>
            </a:solidFill>
          </a:ln>
        </p:spPr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C2A1B13F-7D09-4300-A101-C4A67650B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39624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9AA9"/>
          </a:solidFill>
          <a:ln xmlns:a="http://schemas.openxmlformats.org/drawingml/2006/main" w="9525">
            <a:solidFill>
              <a:srgbClr val="129AA9"/>
            </a:solidFill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0D1EBCA4-3E18-4095-A391-9AFA7D12D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39624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8844D"/>
          </a:solidFill>
          <a:ln xmlns:a="http://schemas.openxmlformats.org/drawingml/2006/main" w="9525">
            <a:solidFill>
              <a:srgbClr val="58844D"/>
            </a:solidFill>
          </a:ln>
        </p:spPr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77DFE5CF-2226-418C-8DF9-64F2770B9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4095750"/>
            <a:ext cx="628650" cy="428625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2F6F9"/>
          </a:solidFill>
          <a:ln xmlns:a="http://schemas.openxmlformats.org/drawingml/2006/main" w="9525">
            <a:solidFill>
              <a:srgbClr val="BACBD5"/>
            </a:solidFill>
          </a:ln>
        </p:spPr>
        <p:txBody>
          <a:bodyPr xmlns:a="http://schemas.openxmlformats.org/drawingml/2006/main" lIns="95250" tIns="47625" rIns="9525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rPr>
              <a:t>T4-5</a:t>
            </a:r>
          </a:p>
          <a:p xmlns:a="http://schemas.openxmlformats.org/drawingml/2006/main">
            <a:pPr algn="ctr">
              <a:defRPr sz="1350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rPr>
              <a:t>8 卡</a:t>
            </a:r>
          </a:p>
        </p:txBody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F244FE69-1977-4701-9E38-C28E1EBAE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48975" y="3505200"/>
            <a:ext cx="95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9AA9"/>
          </a:solidFill>
          <a:ln xmlns:a="http://schemas.openxmlformats.org/drawingml/2006/main" w="9525">
            <a:solidFill>
              <a:srgbClr val="129AA9"/>
            </a:solidFill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81A17B99-DBE3-469B-BEB5-89D23C8DF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0425" y="3705225"/>
            <a:ext cx="9525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8844D"/>
          </a:solidFill>
          <a:ln xmlns:a="http://schemas.openxmlformats.org/drawingml/2006/main" w="9525">
            <a:solidFill>
              <a:srgbClr val="58844D"/>
            </a:solidFill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D5B6BC8A-CAE5-4886-B87A-7224BD668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39624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9AA9"/>
          </a:solidFill>
          <a:ln xmlns:a="http://schemas.openxmlformats.org/drawingml/2006/main" w="9525">
            <a:solidFill>
              <a:srgbClr val="129AA9"/>
            </a:solidFill>
          </a:ln>
        </p:spPr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89224E6F-7360-4395-B1AD-4764C34C5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39624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8844D"/>
          </a:solidFill>
          <a:ln xmlns:a="http://schemas.openxmlformats.org/drawingml/2006/main" w="9525">
            <a:solidFill>
              <a:srgbClr val="58844D"/>
            </a:solidFill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FCD01B0D-5EDA-481A-89AA-1021574C7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4095750"/>
            <a:ext cx="628650" cy="428625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2F6F9"/>
          </a:solidFill>
          <a:ln xmlns:a="http://schemas.openxmlformats.org/drawingml/2006/main" w="9525">
            <a:solidFill>
              <a:srgbClr val="BACBD5"/>
            </a:solidFill>
          </a:ln>
        </p:spPr>
        <p:txBody>
          <a:bodyPr xmlns:a="http://schemas.openxmlformats.org/drawingml/2006/main" lIns="95250" tIns="47625" rIns="9525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rPr>
              <a:t>T4-6</a:t>
            </a:r>
          </a:p>
          <a:p xmlns:a="http://schemas.openxmlformats.org/drawingml/2006/main">
            <a:pPr algn="ctr">
              <a:defRPr sz="1350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rPr>
              <a:t>8 卡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0AD7F352-BA44-47D1-82ED-FF519F8C4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619625"/>
            <a:ext cx="2857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425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rPr>
              <a:t>机柜 A   通算 ×6 / MASS</a:t>
            </a:r>
          </a:p>
        </p:txBody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9A9BBE8B-66F9-42D3-910A-64D7E165A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4619625"/>
            <a:ext cx="20574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425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rPr>
              <a:t>机柜 B / 10 kW</a:t>
            </a:r>
          </a:p>
        </p:txBody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03CFA1CF-06B0-48FC-8A51-25F5C049C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4619625"/>
            <a:ext cx="20574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425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rPr>
              <a:t>机柜 C / 10 kW</a:t>
            </a:r>
          </a:p>
        </p:txBody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0ED9FD29-6535-471A-88CE-3B29D0A1D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162550"/>
            <a:ext cx="103346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7FBD"/>
          </a:solidFill>
          <a:ln xmlns:a="http://schemas.openxmlformats.org/drawingml/2006/main" w="9525">
            <a:solidFill>
              <a:srgbClr val="397FBD"/>
            </a:solidFill>
          </a:ln>
        </p:spPr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C485D4CD-2407-46DF-A09C-6124FE698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162550"/>
            <a:ext cx="14288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7FBD"/>
          </a:solidFill>
          <a:ln xmlns:a="http://schemas.openxmlformats.org/drawingml/2006/main" w="9525">
            <a:solidFill>
              <a:srgbClr val="397FBD"/>
            </a:solidFill>
          </a:ln>
        </p:spPr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3976B29E-EFE9-4C08-A8E0-F89AD121C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4914900"/>
            <a:ext cx="85725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7FBD"/>
          </a:solidFill>
          <a:ln xmlns:a="http://schemas.openxmlformats.org/drawingml/2006/main" w="9525">
            <a:solidFill>
              <a:srgbClr val="397FBD"/>
            </a:solidFill>
          </a:ln>
        </p:spPr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11953FC1-3686-4848-BBE5-724B74EA8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5000625"/>
            <a:ext cx="9525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7FBD"/>
          </a:solidFill>
          <a:ln xmlns:a="http://schemas.openxmlformats.org/drawingml/2006/main" w="9525">
            <a:solidFill>
              <a:srgbClr val="397FBD"/>
            </a:solidFill>
          </a:ln>
        </p:spPr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487E56B6-67E7-42CD-BDAB-5246E1826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4914900"/>
            <a:ext cx="85725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7FBD"/>
          </a:solidFill>
          <a:ln xmlns:a="http://schemas.openxmlformats.org/drawingml/2006/main" w="9525">
            <a:solidFill>
              <a:srgbClr val="397FBD"/>
            </a:solidFill>
          </a:ln>
        </p:spPr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5B33BDAF-A37D-411B-85E2-4252BDAB3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5000625"/>
            <a:ext cx="9525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7FBD"/>
          </a:solidFill>
          <a:ln xmlns:a="http://schemas.openxmlformats.org/drawingml/2006/main" w="9525">
            <a:solidFill>
              <a:srgbClr val="397FBD"/>
            </a:solidFill>
          </a:ln>
        </p:spPr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CD918641-11A4-4896-A92B-5DDCFC43B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4914900"/>
            <a:ext cx="85725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7FBD"/>
          </a:solidFill>
          <a:ln xmlns:a="http://schemas.openxmlformats.org/drawingml/2006/main" w="9525">
            <a:solidFill>
              <a:srgbClr val="397FBD"/>
            </a:solidFill>
          </a:ln>
        </p:spPr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FB95DEA2-46B1-40C2-AF7F-F0093C9AB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5000625"/>
            <a:ext cx="9525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7FBD"/>
          </a:solidFill>
          <a:ln xmlns:a="http://schemas.openxmlformats.org/drawingml/2006/main" w="9525">
            <a:solidFill>
              <a:srgbClr val="397FBD"/>
            </a:solidFill>
          </a:ln>
        </p:spPr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8F0A1D3C-C3D5-487F-BE1A-0D448F5E5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410200"/>
            <a:ext cx="3048000" cy="371475"/>
          </a:xfrm>
          <a:prstGeom xmlns:a="http://schemas.openxmlformats.org/drawingml/2006/main" prst="roundRect">
            <a:avLst>
              <a:gd name="adj" fmla="val 12821"/>
            </a:avLst>
          </a:prstGeom>
          <a:solidFill xmlns:a="http://schemas.openxmlformats.org/drawingml/2006/main">
            <a:srgbClr val="EDF4FA"/>
          </a:solidFill>
          <a:ln xmlns:a="http://schemas.openxmlformats.org/drawingml/2006/main" w="9525">
            <a:solidFill>
              <a:srgbClr val="BACBD5"/>
            </a:solidFill>
          </a:ln>
        </p:spPr>
        <p:txBody>
          <a:bodyPr xmlns:a="http://schemas.openxmlformats.org/drawingml/2006/main" lIns="95250" tIns="47625" rIns="9525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>
                <a:solidFill>
                  <a:srgbClr val="397FB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425">
                <a:solidFill>
                  <a:srgbClr val="397FBD"/>
                </a:solidFill>
                <a:latin typeface="Arial Unicode MS"/>
                <a:ea typeface="Arial Unicode MS"/>
                <a:cs typeface="Arial Unicode MS"/>
              </a:rPr>
              <a:t>共享存储 / 对象存储（可选）</a:t>
            </a:r>
          </a:p>
        </p:txBody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C700FF20-529A-4F23-A600-CCC5FFE12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791200"/>
            <a:ext cx="31432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97FB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397FBD"/>
                </a:solidFill>
                <a:latin typeface="Arial Unicode MS"/>
                <a:ea typeface="Arial Unicode MS"/>
                <a:cs typeface="Arial Unicode MS"/>
              </a:rPr>
              <a:t>A / B / C 三柜节点均接入</a:t>
            </a:r>
          </a:p>
        </p:txBody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45769762-907D-4DBE-8D9A-F9B503AFA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5543550"/>
            <a:ext cx="7162800" cy="352425"/>
          </a:xfrm>
          <a:prstGeom xmlns:a="http://schemas.openxmlformats.org/drawingml/2006/main" prst="roundRect">
            <a:avLst>
              <a:gd name="adj" fmla="val 13514"/>
            </a:avLst>
          </a:prstGeom>
          <a:solidFill xmlns:a="http://schemas.openxmlformats.org/drawingml/2006/main">
            <a:srgbClr val="F2EDF8"/>
          </a:solidFill>
          <a:ln xmlns:a="http://schemas.openxmlformats.org/drawingml/2006/main" w="9525">
            <a:solidFill>
              <a:srgbClr val="BACBD5"/>
            </a:solidFill>
          </a:ln>
        </p:spPr>
        <p:txBody>
          <a:bodyPr xmlns:a="http://schemas.openxmlformats.org/drawingml/2006/main" lIns="95250" tIns="47625" rIns="9525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>
                <a:solidFill>
                  <a:srgbClr val="7753A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>
                <a:solidFill>
                  <a:srgbClr val="7753A3"/>
                </a:solidFill>
                <a:latin typeface="Arial Unicode MS"/>
                <a:ea typeface="Arial Unicode MS"/>
                <a:cs typeface="Arial Unicode MS"/>
              </a:rPr>
              <a:t>RoCE 交换机 ×1（拟放 B 柜）</a:t>
            </a:r>
          </a:p>
        </p:txBody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96BBADD0-82C9-4A00-BB7E-E46167F22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5438775"/>
            <a:ext cx="104775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53A3"/>
          </a:solidFill>
          <a:ln xmlns:a="http://schemas.openxmlformats.org/drawingml/2006/main" w="9525">
            <a:solidFill>
              <a:srgbClr val="7753A3"/>
            </a:solidFill>
          </a:ln>
        </p:spPr>
      </p:sp>
      <p:cxnSp>
        <p:nvCxnSpPr>
          <p:cNvPr id="275" name=""/>
          <p:cNvCxnSpPr>
            <a:stCxn xmlns:a="http://schemas.openxmlformats.org/drawingml/2006/main" id="55" idx="2"/>
            <a:endCxn xmlns:a="http://schemas.openxmlformats.org/drawingml/2006/main" id="120" idx="0"/>
          </p:cNvCxnSpPr>
          <p:nvPr/>
        </p:nvCxnSpPr>
        <p:spPr>
          <a:xfrm xmlns:a="http://schemas.openxmlformats.org/drawingml/2006/main">
            <a:off x="4191000" y="4629150"/>
            <a:ext cx="242888" cy="809625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7753A3"/>
            </a:solidFill>
          </a:ln>
        </p:spPr>
      </p:cxn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D82DFF49-A5BC-413B-B9D2-B035AC1F1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5438775"/>
            <a:ext cx="104775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53A3"/>
          </a:solidFill>
          <a:ln xmlns:a="http://schemas.openxmlformats.org/drawingml/2006/main" w="9525">
            <a:solidFill>
              <a:srgbClr val="7753A3"/>
            </a:solidFill>
          </a:ln>
        </p:spPr>
      </p:sp>
      <p:cxnSp>
        <p:nvCxnSpPr>
          <p:cNvPr id="277" name=""/>
          <p:cNvCxnSpPr>
            <a:stCxn xmlns:a="http://schemas.openxmlformats.org/drawingml/2006/main" id="56" idx="2"/>
            <a:endCxn xmlns:a="http://schemas.openxmlformats.org/drawingml/2006/main" id="122" idx="0"/>
          </p:cNvCxnSpPr>
          <p:nvPr/>
        </p:nvCxnSpPr>
        <p:spPr>
          <a:xfrm xmlns:a="http://schemas.openxmlformats.org/drawingml/2006/main">
            <a:off x="4333875" y="4629150"/>
            <a:ext cx="280988" cy="809625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7753A3"/>
            </a:solidFill>
          </a:ln>
        </p:spPr>
      </p:cxn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471A97EA-47D1-4178-A02E-E43BC4449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5438775"/>
            <a:ext cx="104775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53A3"/>
          </a:solidFill>
          <a:ln xmlns:a="http://schemas.openxmlformats.org/drawingml/2006/main" w="9525">
            <a:solidFill>
              <a:srgbClr val="7753A3"/>
            </a:solidFill>
          </a:ln>
        </p:spPr>
      </p:sp>
      <p:cxnSp>
        <p:nvCxnSpPr>
          <p:cNvPr id="279" name=""/>
          <p:cNvCxnSpPr>
            <a:stCxn xmlns:a="http://schemas.openxmlformats.org/drawingml/2006/main" id="57" idx="2"/>
            <a:endCxn xmlns:a="http://schemas.openxmlformats.org/drawingml/2006/main" id="124" idx="0"/>
          </p:cNvCxnSpPr>
          <p:nvPr/>
        </p:nvCxnSpPr>
        <p:spPr>
          <a:xfrm xmlns:a="http://schemas.openxmlformats.org/drawingml/2006/main">
            <a:off x="4476750" y="4629150"/>
            <a:ext cx="319088" cy="809625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7753A3"/>
            </a:solidFill>
          </a:ln>
        </p:spPr>
      </p:cxn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A67A57BA-7CE2-4971-A84D-53B4B1368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24425" y="5438775"/>
            <a:ext cx="104775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53A3"/>
          </a:solidFill>
          <a:ln xmlns:a="http://schemas.openxmlformats.org/drawingml/2006/main" w="9525">
            <a:solidFill>
              <a:srgbClr val="7753A3"/>
            </a:solidFill>
          </a:ln>
        </p:spPr>
      </p:sp>
      <p:cxnSp>
        <p:nvCxnSpPr>
          <p:cNvPr id="281" name=""/>
          <p:cNvCxnSpPr>
            <a:stCxn xmlns:a="http://schemas.openxmlformats.org/drawingml/2006/main" id="58" idx="2"/>
            <a:endCxn xmlns:a="http://schemas.openxmlformats.org/drawingml/2006/main" id="126" idx="0"/>
          </p:cNvCxnSpPr>
          <p:nvPr/>
        </p:nvCxnSpPr>
        <p:spPr>
          <a:xfrm xmlns:a="http://schemas.openxmlformats.org/drawingml/2006/main">
            <a:off x="4619625" y="4629150"/>
            <a:ext cx="357188" cy="809625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7753A3"/>
            </a:solidFill>
          </a:ln>
        </p:spPr>
      </p:cxn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60314F5C-A1C1-4803-9A6E-1FDFDF81F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5438775"/>
            <a:ext cx="104775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53A3"/>
          </a:solidFill>
          <a:ln xmlns:a="http://schemas.openxmlformats.org/drawingml/2006/main" w="9525">
            <a:solidFill>
              <a:srgbClr val="7753A3"/>
            </a:solidFill>
          </a:ln>
        </p:spPr>
      </p:sp>
      <p:cxnSp>
        <p:nvCxnSpPr>
          <p:cNvPr id="283" name=""/>
          <p:cNvCxnSpPr>
            <a:stCxn xmlns:a="http://schemas.openxmlformats.org/drawingml/2006/main" id="59" idx="2"/>
            <a:endCxn xmlns:a="http://schemas.openxmlformats.org/drawingml/2006/main" id="128" idx="0"/>
          </p:cNvCxnSpPr>
          <p:nvPr/>
        </p:nvCxnSpPr>
        <p:spPr>
          <a:xfrm xmlns:a="http://schemas.openxmlformats.org/drawingml/2006/main">
            <a:off x="4762500" y="4629150"/>
            <a:ext cx="395288" cy="809625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7753A3"/>
            </a:solidFill>
          </a:ln>
        </p:spPr>
      </p:cxn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CF976BFB-E0D9-4432-8917-D60EA0C8E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5438775"/>
            <a:ext cx="104775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53A3"/>
          </a:solidFill>
          <a:ln xmlns:a="http://schemas.openxmlformats.org/drawingml/2006/main" w="9525">
            <a:solidFill>
              <a:srgbClr val="7753A3"/>
            </a:solidFill>
          </a:ln>
        </p:spPr>
      </p:sp>
      <p:cxnSp>
        <p:nvCxnSpPr>
          <p:cNvPr id="285" name=""/>
          <p:cNvCxnSpPr>
            <a:stCxn xmlns:a="http://schemas.openxmlformats.org/drawingml/2006/main" id="60" idx="2"/>
            <a:endCxn xmlns:a="http://schemas.openxmlformats.org/drawingml/2006/main" id="130" idx="0"/>
          </p:cNvCxnSpPr>
          <p:nvPr/>
        </p:nvCxnSpPr>
        <p:spPr>
          <a:xfrm xmlns:a="http://schemas.openxmlformats.org/drawingml/2006/main">
            <a:off x="4905375" y="4629150"/>
            <a:ext cx="433388" cy="809625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7753A3"/>
            </a:solidFill>
          </a:ln>
        </p:spPr>
      </p:cxnSp>
      <p:sp>
        <p:nvSp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54191622-C331-49CE-A103-B3060BCEE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5438775"/>
            <a:ext cx="104775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53A3"/>
          </a:solidFill>
          <a:ln xmlns:a="http://schemas.openxmlformats.org/drawingml/2006/main" w="9525">
            <a:solidFill>
              <a:srgbClr val="7753A3"/>
            </a:solidFill>
          </a:ln>
        </p:spPr>
      </p:sp>
      <p:cxnSp>
        <p:nvCxnSpPr>
          <p:cNvPr id="287" name=""/>
          <p:cNvCxnSpPr>
            <a:stCxn xmlns:a="http://schemas.openxmlformats.org/drawingml/2006/main" id="61" idx="2"/>
            <a:endCxn xmlns:a="http://schemas.openxmlformats.org/drawingml/2006/main" id="132" idx="0"/>
          </p:cNvCxnSpPr>
          <p:nvPr/>
        </p:nvCxnSpPr>
        <p:spPr>
          <a:xfrm xmlns:a="http://schemas.openxmlformats.org/drawingml/2006/main">
            <a:off x="5048250" y="4629150"/>
            <a:ext cx="471488" cy="809625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7753A3"/>
            </a:solidFill>
          </a:ln>
        </p:spPr>
      </p:cxnSp>
      <p:sp>
        <p:nvSpPr>
          <p:cNvPr id="134" name="">
            <a:extLst xmlns:a="http://schemas.openxmlformats.org/drawingml/2006/main">
              <a:ext uri="{FF2B5EF4-FFF2-40B4-BE49-F238E27FC236}">
                <a16:creationId xmlns:a16="http://schemas.microsoft.com/office/drawing/2014/main" id="{494C0653-D2D0-4DAA-993F-C8C05F2C3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8325" y="5438775"/>
            <a:ext cx="104775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53A3"/>
          </a:solidFill>
          <a:ln xmlns:a="http://schemas.openxmlformats.org/drawingml/2006/main" w="9525">
            <a:solidFill>
              <a:srgbClr val="7753A3"/>
            </a:solidFill>
          </a:ln>
        </p:spPr>
      </p:sp>
      <p:cxnSp>
        <p:nvCxnSpPr>
          <p:cNvPr id="289" name=""/>
          <p:cNvCxnSpPr>
            <a:stCxn xmlns:a="http://schemas.openxmlformats.org/drawingml/2006/main" id="62" idx="2"/>
            <a:endCxn xmlns:a="http://schemas.openxmlformats.org/drawingml/2006/main" id="134" idx="0"/>
          </p:cNvCxnSpPr>
          <p:nvPr/>
        </p:nvCxnSpPr>
        <p:spPr>
          <a:xfrm xmlns:a="http://schemas.openxmlformats.org/drawingml/2006/main">
            <a:off x="5191125" y="4629150"/>
            <a:ext cx="509588" cy="809625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7753A3"/>
            </a:solidFill>
          </a:ln>
        </p:spPr>
      </p:cxnSp>
      <p:sp>
        <p:nvSpPr>
          <p:cNvPr id="136" name="">
            <a:extLst xmlns:a="http://schemas.openxmlformats.org/drawingml/2006/main">
              <a:ext uri="{FF2B5EF4-FFF2-40B4-BE49-F238E27FC236}">
                <a16:creationId xmlns:a16="http://schemas.microsoft.com/office/drawing/2014/main" id="{16F1797F-B6B5-4587-963B-9A8327C9F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5438775"/>
            <a:ext cx="104775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53A3"/>
          </a:solidFill>
          <a:ln xmlns:a="http://schemas.openxmlformats.org/drawingml/2006/main" w="9525">
            <a:solidFill>
              <a:srgbClr val="7753A3"/>
            </a:solidFill>
          </a:ln>
        </p:spPr>
      </p:sp>
      <p:cxnSp>
        <p:nvCxnSpPr>
          <p:cNvPr id="291" name=""/>
          <p:cNvCxnSpPr>
            <a:stCxn xmlns:a="http://schemas.openxmlformats.org/drawingml/2006/main" id="83" idx="2"/>
            <a:endCxn xmlns:a="http://schemas.openxmlformats.org/drawingml/2006/main" id="136" idx="0"/>
          </p:cNvCxnSpPr>
          <p:nvPr/>
        </p:nvCxnSpPr>
        <p:spPr>
          <a:xfrm xmlns:a="http://schemas.openxmlformats.org/drawingml/2006/main">
            <a:off x="8001000" y="4629150"/>
            <a:ext cx="90488" cy="809625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7753A3"/>
            </a:solidFill>
          </a:ln>
        </p:spPr>
      </p:cxnSp>
      <p:sp>
        <p:nvSpPr>
          <p:cNvPr id="138" name="">
            <a:extLst xmlns:a="http://schemas.openxmlformats.org/drawingml/2006/main">
              <a:ext uri="{FF2B5EF4-FFF2-40B4-BE49-F238E27FC236}">
                <a16:creationId xmlns:a16="http://schemas.microsoft.com/office/drawing/2014/main" id="{DB291ACD-1845-44AA-8D11-B27EE029C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0075" y="5438775"/>
            <a:ext cx="104775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53A3"/>
          </a:solidFill>
          <a:ln xmlns:a="http://schemas.openxmlformats.org/drawingml/2006/main" w="9525">
            <a:solidFill>
              <a:srgbClr val="7753A3"/>
            </a:solidFill>
          </a:ln>
        </p:spPr>
      </p:sp>
      <p:cxnSp>
        <p:nvCxnSpPr>
          <p:cNvPr id="293" name=""/>
          <p:cNvCxnSpPr>
            <a:stCxn xmlns:a="http://schemas.openxmlformats.org/drawingml/2006/main" id="84" idx="2"/>
            <a:endCxn xmlns:a="http://schemas.openxmlformats.org/drawingml/2006/main" id="138" idx="0"/>
          </p:cNvCxnSpPr>
          <p:nvPr/>
        </p:nvCxnSpPr>
        <p:spPr>
          <a:xfrm xmlns:a="http://schemas.openxmlformats.org/drawingml/2006/main">
            <a:off x="8143875" y="4629150"/>
            <a:ext cx="128588" cy="809625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7753A3"/>
            </a:solidFill>
          </a:ln>
        </p:spPr>
      </p:cxnSp>
      <p:sp>
        <p:nvSpPr>
          <p:cNvPr id="140" name="">
            <a:extLst xmlns:a="http://schemas.openxmlformats.org/drawingml/2006/main">
              <a:ext uri="{FF2B5EF4-FFF2-40B4-BE49-F238E27FC236}">
                <a16:creationId xmlns:a16="http://schemas.microsoft.com/office/drawing/2014/main" id="{1320C100-A014-40D7-B6AE-78D1216AF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5438775"/>
            <a:ext cx="104775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53A3"/>
          </a:solidFill>
          <a:ln xmlns:a="http://schemas.openxmlformats.org/drawingml/2006/main" w="9525">
            <a:solidFill>
              <a:srgbClr val="7753A3"/>
            </a:solidFill>
          </a:ln>
        </p:spPr>
      </p:sp>
      <p:cxnSp>
        <p:nvCxnSpPr>
          <p:cNvPr id="295" name=""/>
          <p:cNvCxnSpPr>
            <a:stCxn xmlns:a="http://schemas.openxmlformats.org/drawingml/2006/main" id="85" idx="2"/>
            <a:endCxn xmlns:a="http://schemas.openxmlformats.org/drawingml/2006/main" id="140" idx="0"/>
          </p:cNvCxnSpPr>
          <p:nvPr/>
        </p:nvCxnSpPr>
        <p:spPr>
          <a:xfrm xmlns:a="http://schemas.openxmlformats.org/drawingml/2006/main">
            <a:off x="8286750" y="4629150"/>
            <a:ext cx="166688" cy="809625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7753A3"/>
            </a:solidFill>
          </a:ln>
        </p:spPr>
      </p:cxnSp>
      <p:sp>
        <p:nvSpPr>
          <p:cNvPr id="142" name="">
            <a:extLst xmlns:a="http://schemas.openxmlformats.org/drawingml/2006/main">
              <a:ext uri="{FF2B5EF4-FFF2-40B4-BE49-F238E27FC236}">
                <a16:creationId xmlns:a16="http://schemas.microsoft.com/office/drawing/2014/main" id="{9DBF54CD-E053-4BBE-AB5F-CAEAA359A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2025" y="5438775"/>
            <a:ext cx="104775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53A3"/>
          </a:solidFill>
          <a:ln xmlns:a="http://schemas.openxmlformats.org/drawingml/2006/main" w="9525">
            <a:solidFill>
              <a:srgbClr val="7753A3"/>
            </a:solidFill>
          </a:ln>
        </p:spPr>
      </p:sp>
      <p:cxnSp>
        <p:nvCxnSpPr>
          <p:cNvPr id="297" name=""/>
          <p:cNvCxnSpPr>
            <a:stCxn xmlns:a="http://schemas.openxmlformats.org/drawingml/2006/main" id="86" idx="2"/>
            <a:endCxn xmlns:a="http://schemas.openxmlformats.org/drawingml/2006/main" id="142" idx="0"/>
          </p:cNvCxnSpPr>
          <p:nvPr/>
        </p:nvCxnSpPr>
        <p:spPr>
          <a:xfrm xmlns:a="http://schemas.openxmlformats.org/drawingml/2006/main">
            <a:off x="8429625" y="4629150"/>
            <a:ext cx="204788" cy="809625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7753A3"/>
            </a:solidFill>
          </a:ln>
        </p:spPr>
      </p:cxnSp>
      <p:sp>
        <p:nvSpPr>
          <p:cNvPr id="144" name="">
            <a:extLst xmlns:a="http://schemas.openxmlformats.org/drawingml/2006/main">
              <a:ext uri="{FF2B5EF4-FFF2-40B4-BE49-F238E27FC236}">
                <a16:creationId xmlns:a16="http://schemas.microsoft.com/office/drawing/2014/main" id="{BF3F4708-EAB7-46BA-8362-A1B2ADB09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5438775"/>
            <a:ext cx="104775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53A3"/>
          </a:solidFill>
          <a:ln xmlns:a="http://schemas.openxmlformats.org/drawingml/2006/main" w="9525">
            <a:solidFill>
              <a:srgbClr val="7753A3"/>
            </a:solidFill>
          </a:ln>
        </p:spPr>
      </p:sp>
      <p:cxnSp>
        <p:nvCxnSpPr>
          <p:cNvPr id="299" name=""/>
          <p:cNvCxnSpPr>
            <a:stCxn xmlns:a="http://schemas.openxmlformats.org/drawingml/2006/main" id="87" idx="2"/>
            <a:endCxn xmlns:a="http://schemas.openxmlformats.org/drawingml/2006/main" id="144" idx="0"/>
          </p:cNvCxnSpPr>
          <p:nvPr/>
        </p:nvCxnSpPr>
        <p:spPr>
          <a:xfrm xmlns:a="http://schemas.openxmlformats.org/drawingml/2006/main">
            <a:off x="8572500" y="4629150"/>
            <a:ext cx="242888" cy="809625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7753A3"/>
            </a:solidFill>
          </a:ln>
        </p:spPr>
      </p:cxnSp>
      <p:sp>
        <p:nvSpPr>
          <p:cNvPr id="146" name="">
            <a:extLst xmlns:a="http://schemas.openxmlformats.org/drawingml/2006/main">
              <a:ext uri="{FF2B5EF4-FFF2-40B4-BE49-F238E27FC236}">
                <a16:creationId xmlns:a16="http://schemas.microsoft.com/office/drawing/2014/main" id="{603199D9-A2C1-4EB8-8461-A6248702F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3975" y="5438775"/>
            <a:ext cx="104775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53A3"/>
          </a:solidFill>
          <a:ln xmlns:a="http://schemas.openxmlformats.org/drawingml/2006/main" w="9525">
            <a:solidFill>
              <a:srgbClr val="7753A3"/>
            </a:solidFill>
          </a:ln>
        </p:spPr>
      </p:sp>
      <p:cxnSp>
        <p:nvCxnSpPr>
          <p:cNvPr id="301" name=""/>
          <p:cNvCxnSpPr>
            <a:stCxn xmlns:a="http://schemas.openxmlformats.org/drawingml/2006/main" id="88" idx="2"/>
            <a:endCxn xmlns:a="http://schemas.openxmlformats.org/drawingml/2006/main" id="146" idx="0"/>
          </p:cNvCxnSpPr>
          <p:nvPr/>
        </p:nvCxnSpPr>
        <p:spPr>
          <a:xfrm xmlns:a="http://schemas.openxmlformats.org/drawingml/2006/main">
            <a:off x="8715375" y="4629150"/>
            <a:ext cx="280988" cy="809625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7753A3"/>
            </a:solidFill>
          </a:ln>
        </p:spPr>
      </p:cxnSp>
      <p:sp>
        <p:nvSpPr>
          <p:cNvPr id="148" name="">
            <a:extLst xmlns:a="http://schemas.openxmlformats.org/drawingml/2006/main">
              <a:ext uri="{FF2B5EF4-FFF2-40B4-BE49-F238E27FC236}">
                <a16:creationId xmlns:a16="http://schemas.microsoft.com/office/drawing/2014/main" id="{69A9AE9F-9802-49FF-9FBC-5B1DD8370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5438775"/>
            <a:ext cx="104775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53A3"/>
          </a:solidFill>
          <a:ln xmlns:a="http://schemas.openxmlformats.org/drawingml/2006/main" w="9525">
            <a:solidFill>
              <a:srgbClr val="7753A3"/>
            </a:solidFill>
          </a:ln>
        </p:spPr>
      </p:sp>
      <p:cxnSp>
        <p:nvCxnSpPr>
          <p:cNvPr id="303" name=""/>
          <p:cNvCxnSpPr>
            <a:stCxn xmlns:a="http://schemas.openxmlformats.org/drawingml/2006/main" id="89" idx="2"/>
            <a:endCxn xmlns:a="http://schemas.openxmlformats.org/drawingml/2006/main" id="148" idx="0"/>
          </p:cNvCxnSpPr>
          <p:nvPr/>
        </p:nvCxnSpPr>
        <p:spPr>
          <a:xfrm xmlns:a="http://schemas.openxmlformats.org/drawingml/2006/main">
            <a:off x="8858250" y="4629150"/>
            <a:ext cx="319088" cy="809625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7753A3"/>
            </a:solidFill>
          </a:ln>
        </p:spPr>
      </p:cxnSp>
      <p:sp>
        <p:nvSpPr>
          <p:cNvPr id="150" name="">
            <a:extLst xmlns:a="http://schemas.openxmlformats.org/drawingml/2006/main">
              <a:ext uri="{FF2B5EF4-FFF2-40B4-BE49-F238E27FC236}">
                <a16:creationId xmlns:a16="http://schemas.microsoft.com/office/drawing/2014/main" id="{11B18E73-8506-453F-80E2-A6F0137E0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5925" y="5438775"/>
            <a:ext cx="104775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53A3"/>
          </a:solidFill>
          <a:ln xmlns:a="http://schemas.openxmlformats.org/drawingml/2006/main" w="9525">
            <a:solidFill>
              <a:srgbClr val="7753A3"/>
            </a:solidFill>
          </a:ln>
        </p:spPr>
      </p:sp>
      <p:cxnSp>
        <p:nvCxnSpPr>
          <p:cNvPr id="305" name=""/>
          <p:cNvCxnSpPr>
            <a:stCxn xmlns:a="http://schemas.openxmlformats.org/drawingml/2006/main" id="90" idx="2"/>
            <a:endCxn xmlns:a="http://schemas.openxmlformats.org/drawingml/2006/main" id="150" idx="0"/>
          </p:cNvCxnSpPr>
          <p:nvPr/>
        </p:nvCxnSpPr>
        <p:spPr>
          <a:xfrm xmlns:a="http://schemas.openxmlformats.org/drawingml/2006/main">
            <a:off x="9001125" y="4629150"/>
            <a:ext cx="357188" cy="809625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7753A3"/>
            </a:solidFill>
          </a:ln>
        </p:spPr>
      </p:cxnSp>
      <p:sp>
        <p:nvSpPr>
          <p:cNvPr id="152" name="">
            <a:extLst xmlns:a="http://schemas.openxmlformats.org/drawingml/2006/main">
              <a:ext uri="{FF2B5EF4-FFF2-40B4-BE49-F238E27FC236}">
                <a16:creationId xmlns:a16="http://schemas.microsoft.com/office/drawing/2014/main" id="{EB32EA8D-C955-4CF4-919A-46686D03C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5257800"/>
            <a:ext cx="1238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7753A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1">
                <a:solidFill>
                  <a:srgbClr val="7753A3"/>
                </a:solidFill>
                <a:latin typeface="Arial Unicode MS"/>
                <a:ea typeface="Arial Unicode MS"/>
                <a:cs typeface="Arial Unicode MS"/>
              </a:rPr>
              <a:t>8×200GE</a:t>
            </a:r>
          </a:p>
        </p:txBody>
      </p:sp>
      <p:sp>
        <p:nvSpPr>
          <p:cNvPr id="153" name="">
            <a:extLst xmlns:a="http://schemas.openxmlformats.org/drawingml/2006/main">
              <a:ext uri="{FF2B5EF4-FFF2-40B4-BE49-F238E27FC236}">
                <a16:creationId xmlns:a16="http://schemas.microsoft.com/office/drawing/2014/main" id="{8DC7A809-E8CB-4ECE-8331-2ABC8CD3B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7925" y="5257800"/>
            <a:ext cx="1238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7753A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1">
                <a:solidFill>
                  <a:srgbClr val="7753A3"/>
                </a:solidFill>
                <a:latin typeface="Arial Unicode MS"/>
                <a:ea typeface="Arial Unicode MS"/>
                <a:cs typeface="Arial Unicode MS"/>
              </a:rPr>
              <a:t>8×200GE</a:t>
            </a:r>
          </a:p>
        </p:txBody>
      </p:sp>
      <p:sp>
        <p:nvSpPr>
          <p:cNvPr id="154" name="">
            <a:extLst xmlns:a="http://schemas.openxmlformats.org/drawingml/2006/main">
              <a:ext uri="{FF2B5EF4-FFF2-40B4-BE49-F238E27FC236}">
                <a16:creationId xmlns:a16="http://schemas.microsoft.com/office/drawing/2014/main" id="{DD724EB4-2CAF-4384-8715-B819ED844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5857875"/>
            <a:ext cx="43529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rPr>
              <a:t>16 条光链路，双端共 32 个光模块</a:t>
            </a:r>
          </a:p>
        </p:txBody>
      </p:sp>
    </p:spTree>
    <p:extLst>
      <p:ext uri="{BB962C8B-B14F-4D97-AF65-F5344CB8AC3E}">
        <p14:creationId xmlns:p14="http://schemas.microsoft.com/office/powerpoint/2010/main" val="46636536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2026-09-16T06:27:45.8950000Z</dcterms:created>
  <dcterms:modified xsi:type="dcterms:W3CDTF">2026-09-16T06:27:45.8950000Z</dcterms:modified>
</coreProperties>
</file>