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1" r:id="R483fcb8d2d4a4450"/>
    <p:sldId xmlns:r="http://schemas.openxmlformats.org/officeDocument/2006/relationships" id="262" r:id="R3d3912c318304c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483fcb8d2d4a4450" /><Relationship Type="http://schemas.openxmlformats.org/officeDocument/2006/relationships/slide" Target="/ppt/slides/slide2.xml" Id="R3d3912c318304c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eaf7a518d45ad" /><Relationship Type="http://schemas.openxmlformats.org/officeDocument/2006/relationships/notesMaster" Target="/ppt/notesMasters/notesMaster1.xml" Id="R0683390a798740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4646acce2c4f43" /><Relationship Type="http://schemas.openxmlformats.org/officeDocument/2006/relationships/notesMaster" Target="/ppt/notesMasters/notesMaster1.xml" Id="Rbdff32c5d8a5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cee798a00465f" /><Relationship Type="http://schemas.openxmlformats.org/officeDocument/2006/relationships/notesSlide" Target="/ppt/notesSlides/notesSlide1.xml" Id="R6e6eaa6849fb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5c9b29c24275" /><Relationship Type="http://schemas.openxmlformats.org/officeDocument/2006/relationships/notesSlide" Target="/ppt/notesSlides/notesSlide2.xml" Id="R3ad9dfc4db15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04FC8-74CD-4868-9C65-2D39BAC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4B5A0-A872-4952-A09D-473F16A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生态与部署路径：软件依赖决定模型适配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1ECC6-3C46-4078-9936-41C29B8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A-ABA9-4FB4-A418-E3D240A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6687-D965-4175-A608-B66C336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F9322-E60E-40D3-9EFC-23C88A8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A07F0-5E6F-446B-85B8-DAD7BA6F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1698433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5F4DF-59CA-441F-894F-2F8EA996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FBE2-E990-4695-B346-C24F4A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MASS 接入与计量：请求到用量的证据链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C1292-532F-40DF-B081-6EB7297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3DC04-6CA6-4921-8D1A-D5FB766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1AF99-0892-4B76-8C53-457F643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110DA-BD6C-4E29-B9C4-5FAF9A57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A0F3E-2DEC-4D65-831F-0C4BA30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DAD90-CDA2-45D5-ABBC-FC6FD4A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E3520-776E-431A-AF9F-5899720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8ECE-15B8-492E-AAF7-F75A3D69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F1A3C-E509-490B-BA01-126C1D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BA18E-1272-425E-8714-C1AF7E0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8CFBC-B054-4F3E-8613-58A372E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D9F7A-E3DD-45D6-BABE-82AA229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957F7-A9BF-48F9-AE6A-BC70FD23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E0A42-4FEA-49D8-BE66-EDD43DBD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1620500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